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718e451e584a69" /><Relationship Type="http://schemas.openxmlformats.org/officeDocument/2006/relationships/extended-properties" Target="/docProps/app.xml" Id="R239076c92ed647ba" /><Relationship Type="http://schemas.openxmlformats.org/officeDocument/2006/relationships/officeDocument" Target="/ppt/presentation.xml" Id="R986af956dba645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6b818bfea54660"/>
  </p:sldMasterIdLst>
  <p:notesMasterIdLst>
    <p:notesMasterId xmlns:r="http://schemas.openxmlformats.org/officeDocument/2006/relationships" r:id="Rca39003584164128"/>
  </p:notesMasterIdLst>
  <p:sldIdLst>
    <p:sldId xmlns:r="http://schemas.openxmlformats.org/officeDocument/2006/relationships" id="256" r:id="R6d9280dc854b4d94"/>
    <p:sldId xmlns:r="http://schemas.openxmlformats.org/officeDocument/2006/relationships" id="257" r:id="R573a8abb42774aca"/>
    <p:sldId xmlns:r="http://schemas.openxmlformats.org/officeDocument/2006/relationships" id="258" r:id="R9ce4872b5448462e"/>
    <p:sldId xmlns:r="http://schemas.openxmlformats.org/officeDocument/2006/relationships" id="259" r:id="R21a38b9654d34ea5"/>
    <p:sldId xmlns:r="http://schemas.openxmlformats.org/officeDocument/2006/relationships" id="260" r:id="R4be8e61696f9462d"/>
    <p:sldId xmlns:r="http://schemas.openxmlformats.org/officeDocument/2006/relationships" id="261" r:id="Rc52c42e4128b4fa8"/>
    <p:sldId xmlns:r="http://schemas.openxmlformats.org/officeDocument/2006/relationships" id="262" r:id="Rfa30b01174a24488"/>
    <p:sldId xmlns:r="http://schemas.openxmlformats.org/officeDocument/2006/relationships" id="263" r:id="R62beab18831e4fd6"/>
    <p:sldId xmlns:r="http://schemas.openxmlformats.org/officeDocument/2006/relationships" id="264" r:id="R5b1c0afa79f74b0b"/>
    <p:sldId xmlns:r="http://schemas.openxmlformats.org/officeDocument/2006/relationships" id="265" r:id="Rbcaa824fad9848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37b62e18294e07" /><Relationship Type="http://schemas.openxmlformats.org/officeDocument/2006/relationships/slideMaster" Target="/ppt/slideMasters/slideMaster1.xml" Id="Rea6b818bfea54660" /><Relationship Type="http://schemas.openxmlformats.org/officeDocument/2006/relationships/notesMaster" Target="/ppt/notesMasters/notesMaster1.xml" Id="Rca39003584164128" /><Relationship Type="http://schemas.openxmlformats.org/officeDocument/2006/relationships/presProps" Target="/ppt/presProps.xml" Id="R5e46ff295e6b43b2" /><Relationship Type="http://schemas.openxmlformats.org/officeDocument/2006/relationships/viewProps" Target="/ppt/viewProps.xml" Id="Rdb53bdf18a2a4eba" /><Relationship Type="http://schemas.openxmlformats.org/officeDocument/2006/relationships/tableStyles" Target="/ppt/tableStyles.xml" Id="R56d73b860f6f4e1a" /><Relationship Type="http://schemas.openxmlformats.org/officeDocument/2006/relationships/slide" Target="/ppt/slides/slide1.xml" Id="R6d9280dc854b4d94" /><Relationship Type="http://schemas.openxmlformats.org/officeDocument/2006/relationships/slide" Target="/ppt/slides/slide2.xml" Id="R573a8abb42774aca" /><Relationship Type="http://schemas.openxmlformats.org/officeDocument/2006/relationships/slide" Target="/ppt/slides/slide3.xml" Id="R9ce4872b5448462e" /><Relationship Type="http://schemas.openxmlformats.org/officeDocument/2006/relationships/slide" Target="/ppt/slides/slide4.xml" Id="R21a38b9654d34ea5" /><Relationship Type="http://schemas.openxmlformats.org/officeDocument/2006/relationships/slide" Target="/ppt/slides/slide5.xml" Id="R4be8e61696f9462d" /><Relationship Type="http://schemas.openxmlformats.org/officeDocument/2006/relationships/slide" Target="/ppt/slides/slide6.xml" Id="Rc52c42e4128b4fa8" /><Relationship Type="http://schemas.openxmlformats.org/officeDocument/2006/relationships/slide" Target="/ppt/slides/slide7.xml" Id="Rfa30b01174a24488" /><Relationship Type="http://schemas.openxmlformats.org/officeDocument/2006/relationships/slide" Target="/ppt/slides/slide8.xml" Id="R62beab18831e4fd6" /><Relationship Type="http://schemas.openxmlformats.org/officeDocument/2006/relationships/slide" Target="/ppt/slides/slide9.xml" Id="R5b1c0afa79f74b0b" /><Relationship Type="http://schemas.openxmlformats.org/officeDocument/2006/relationships/slide" Target="/ppt/slides/slide10.xml" Id="Rbcaa824fad9848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b020bfaa0342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a554c3b36145f2" /><Relationship Type="http://schemas.openxmlformats.org/officeDocument/2006/relationships/notesMaster" Target="/ppt/notesMasters/notesMaster1.xml" Id="Rbcf549548f3941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d5320029484356" /><Relationship Type="http://schemas.openxmlformats.org/officeDocument/2006/relationships/notesMaster" Target="/ppt/notesMasters/notesMaster1.xml" Id="R5bf049f3bd824e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f5f566a6be44d7" /><Relationship Type="http://schemas.openxmlformats.org/officeDocument/2006/relationships/notesMaster" Target="/ppt/notesMasters/notesMaster1.xml" Id="R2518a123308644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c7c23e3fda4b70" /><Relationship Type="http://schemas.openxmlformats.org/officeDocument/2006/relationships/notesMaster" Target="/ppt/notesMasters/notesMaster1.xml" Id="Rdb51eba873534a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374fcc33494188" /><Relationship Type="http://schemas.openxmlformats.org/officeDocument/2006/relationships/notesMaster" Target="/ppt/notesMasters/notesMaster1.xml" Id="R09e868f198a14f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466986a70c445f" /><Relationship Type="http://schemas.openxmlformats.org/officeDocument/2006/relationships/notesMaster" Target="/ppt/notesMasters/notesMaster1.xml" Id="Reea0491d9dc04e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988036ac32407b" /><Relationship Type="http://schemas.openxmlformats.org/officeDocument/2006/relationships/notesMaster" Target="/ppt/notesMasters/notesMaster1.xml" Id="Rb7beb5fdf00642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92e0eda8884472" /><Relationship Type="http://schemas.openxmlformats.org/officeDocument/2006/relationships/notesMaster" Target="/ppt/notesMasters/notesMaster1.xml" Id="R1fd08b6a571345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0379d2d83b40b8" /><Relationship Type="http://schemas.openxmlformats.org/officeDocument/2006/relationships/notesMaster" Target="/ppt/notesMasters/notesMaster1.xml" Id="R1391d5db642e44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e66e3fae5a4f49" /><Relationship Type="http://schemas.openxmlformats.org/officeDocument/2006/relationships/notesMaster" Target="/ppt/notesMasters/notesMaster1.xml" Id="Rbee6103ffb3945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53f9c1f2242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59f249f07f4e95" /><Relationship Type="http://schemas.openxmlformats.org/officeDocument/2006/relationships/slideLayout" Target="/ppt/slideLayouts/slideLayout1.xml" Id="R420cc6e5449147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0cc6e5449147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b0e3c8f81446e" /><Relationship Type="http://schemas.openxmlformats.org/officeDocument/2006/relationships/image" Target="/ppt/media/image.png" Id="R3bbf1cd8f7034c80" /><Relationship Type="http://schemas.openxmlformats.org/officeDocument/2006/relationships/notesSlide" Target="/ppt/notesSlides/notesSlide1.xml" Id="R86b4194af7d24d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aabf3de73404f" /><Relationship Type="http://schemas.openxmlformats.org/officeDocument/2006/relationships/notesSlide" Target="/ppt/notesSlides/notesSlide2.xml" Id="R550c96fa46fb4f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e686b902742bf" /><Relationship Type="http://schemas.openxmlformats.org/officeDocument/2006/relationships/notesSlide" Target="/ppt/notesSlides/notesSlide3.xml" Id="R6ec8b49178c145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cce1e97824fd8" /><Relationship Type="http://schemas.openxmlformats.org/officeDocument/2006/relationships/notesSlide" Target="/ppt/notesSlides/notesSlide4.xml" Id="R72160b24a9ee45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72c0bae714e96" /><Relationship Type="http://schemas.openxmlformats.org/officeDocument/2006/relationships/image" Target="/ppt/media/image2.png" Id="Rcf6da006fa254d23" /><Relationship Type="http://schemas.openxmlformats.org/officeDocument/2006/relationships/image" Target="/ppt/media/image3.png" Id="R6d83b861212342f1" /><Relationship Type="http://schemas.openxmlformats.org/officeDocument/2006/relationships/notesSlide" Target="/ppt/notesSlides/notesSlide5.xml" Id="R22e73a384a8d48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b7ac1f082421c" /><Relationship Type="http://schemas.openxmlformats.org/officeDocument/2006/relationships/image" Target="/ppt/media/image4.png" Id="Rdaea808107d540a6" /><Relationship Type="http://schemas.openxmlformats.org/officeDocument/2006/relationships/image" Target="/ppt/media/image5.png" Id="Rc6e6736d71b04b5f" /><Relationship Type="http://schemas.openxmlformats.org/officeDocument/2006/relationships/notesSlide" Target="/ppt/notesSlides/notesSlide6.xml" Id="R0f01de8d581341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6f28d3323496f" /><Relationship Type="http://schemas.openxmlformats.org/officeDocument/2006/relationships/notesSlide" Target="/ppt/notesSlides/notesSlide7.xml" Id="R20edde2841e549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3072896eb414c" /><Relationship Type="http://schemas.openxmlformats.org/officeDocument/2006/relationships/image" Target="/ppt/media/image6.png" Id="R709b5cfba7d54932" /><Relationship Type="http://schemas.openxmlformats.org/officeDocument/2006/relationships/image" Target="/ppt/media/image7.png" Id="R27bba93dda314a90" /><Relationship Type="http://schemas.openxmlformats.org/officeDocument/2006/relationships/image" Target="/ppt/media/image8.png" Id="R58af5443637f4d4f" /><Relationship Type="http://schemas.openxmlformats.org/officeDocument/2006/relationships/notesSlide" Target="/ppt/notesSlides/notesSlide8.xml" Id="R8686f5cae09943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eba3086294905" /><Relationship Type="http://schemas.openxmlformats.org/officeDocument/2006/relationships/notesSlide" Target="/ppt/notesSlides/notesSlide9.xml" Id="R94c967f7ea1542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1da914eb44a38" /><Relationship Type="http://schemas.openxmlformats.org/officeDocument/2006/relationships/notesSlide" Target="/ppt/notesSlides/notesSlide10.xml" Id="R9250cb4dca3b4c4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6768B0-134E-4C0B-889A-08BC8CA5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38616-EA31-4906-A325-318D9AA7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FD2EF-64DE-4E0D-A0C8-CB4A0C7D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8C690-02CB-403E-BB92-B2EFAEF5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1036C-2F5D-41A3-8A17-66803026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AI CAN DO IT | 腾讯云黑客松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CABB9-DD4F-4D8E-BC1B-83223ABE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能工智人 / Craftsmen and Homo sapiens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8C547-D144-483F-8936-375209D4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86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Craftsmen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6DD41-CC28-4A7F-BFB7-69055BDA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66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档案重构的横版动作地牢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11B25-FA0D-431C-A543-CA4EC17D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638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赛题三：叙事类游戏 / AI 重塑叙事体验</a:t>
            </a:r>
          </a:p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Unity 2D · WebGL · 3-5 分钟可演示闭环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4858B-428A-49E4-95E2-E971E00D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3 Rooms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01E38-9D8D-4D00-9EA7-85701548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Early / Mid / Boss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82EE6-1044-4E47-AB05-26784F04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14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AI 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611BF-E8D4-443B-80B8-A9C394DF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339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世界观与房间档案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C663E-BE5C-40FC-AC5D-3B175658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148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WebGL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0EA75-09B7-4998-B0B7-9A7AF4A2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339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浏览器可试玩目标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f1cd8f7034c80"/>
          <a:stretch xmlns:a="http://schemas.openxmlformats.org/drawingml/2006/main"/>
        </p:blipFill>
        <p:spPr>
          <a:xfrm xmlns:a="http://schemas.openxmlformats.org/drawingml/2006/main">
            <a:off x="7810500" y="1905000"/>
            <a:ext cx="3143250" cy="2095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FE0F8-98B5-4C85-8475-2679FF25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625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EC00A-9734-4250-87E6-30C8A923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625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5E11D-CF68-4102-A803-AB14A676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3395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0271D-560E-4E82-A043-E44C5BBF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95900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玩家进入地下工坊，打怪、成长、挑战 Boss，并通过 AI 档案找回工匠与智人分裂的真相。</a:t>
            </a:r>
          </a:p>
        </p:txBody>
      </p:sp>
    </p:spTree>
    <p:extLst>
      <p:ext uri="{BB962C8B-B14F-4D97-AF65-F5344CB8AC3E}">
        <p14:creationId xmlns:p14="http://schemas.microsoft.com/office/powerpoint/2010/main" val="11351161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3A8D2C-2FB7-4C78-840A-184FFFDD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C3932-4CA1-42BA-98CE-1F6A0F1E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6151C-A193-4902-A6C9-79B07720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5BDEF-358B-4AB4-8150-AC3177F2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7990B-1F96-40E6-B442-7E91F334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Tencent Cloud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342AF-34BF-4BDB-BE95-C62C2E43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为什么选择赛题三：AI 重塑叙事体验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4331A-BA24-4E29-8F0B-E5BF1533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86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Craftsmen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9DC91-8A7D-46BB-A952-07FE727E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23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AF9AF-D16A-4257-A620-27D684C9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C26A2-9F92-4FA4-9C72-351B9604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主题契合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69802-4D1A-4B20-A800-9AC6EAA7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28765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项目不是只做横版动作，而是把每个房间包装成一段 AI 档案。玩家推进关卡的过程，也是逐步读取世界观真相的过程。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A9505-77A8-4027-AFDB-C7C63EDF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23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D2539-7BDD-425E-BB5E-4401DEB5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E7670-2D3D-4E0D-B588-1C49B5FD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47825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创作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2DA54-A2D7-422B-A99D-48300F94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9775"/>
            <a:ext cx="28765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AI 辅助生成世界观、房间日志、角色设定、Boss 设定、结局文本，并参与占位美术和代码文档创作。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73A98-064E-45A2-A652-E61A8AF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3238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1A0DB-E84B-4C49-A5B1-55DD75FC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DC530-8F71-4D2C-8395-EC51E406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47825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可演示闭环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39500-5CB2-4C6A-BB16-76C3BEA5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9775"/>
            <a:ext cx="28765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3 到 5 分钟内展示开始、战斗、成长、Boss 和胜利，不追求完整商业游戏，优先保证可玩和可提交。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BD268-F70F-4FD1-B0D8-74FADDA8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评分对应：主题契合度 30 分 · AI 工具使用情况 40 分 · 游戏品质 30 分</a:t>
            </a:r>
          </a:p>
        </p:txBody>
      </p:sp>
    </p:spTree>
    <p:extLst>
      <p:ext uri="{BB962C8B-B14F-4D97-AF65-F5344CB8AC3E}">
        <p14:creationId xmlns:p14="http://schemas.microsoft.com/office/powerpoint/2010/main" val="15727518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DC44FA-F996-4A0E-AF0D-A9655854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77CCC-7602-42C7-AE90-11546720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A528D-2E43-488F-9E16-6A535D05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1D013-F08E-46C8-A10B-C83D198A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E6ECD-1358-47BF-814B-015AF958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Tencent Cloud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2ED31-E627-463D-BDAF-0926E78B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核心闭环：3 分钟内看懂玩法目标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3AEFB-6F0C-42BD-BA33-AFF840F4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86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Craftsmen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F22C0-CF11-49DC-BC38-36DDD131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F651A-7621-458D-976D-F5B234D0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Start</a:t>
            </a:r>
          </a:p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AI 世界观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149EF-B181-42ED-958C-E80BAF03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09875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A08B6-F97E-41F0-9442-41E76C78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33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B44E0-F89D-45FE-893E-80FAFF52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480BB-97E7-4B93-82D9-951BDB94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527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Early Room</a:t>
            </a:r>
          </a:p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基础战斗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ABD42-2026-4031-B7BC-A209075E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FA473-B500-4D3F-A838-AF9F0EF2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33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6C57E-8702-4B16-B96A-81293251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4843A-585F-459F-AE3E-B0119D5D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527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EXP</a:t>
            </a:r>
          </a:p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升级变强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B9818-318F-4525-91B3-D3B40E6B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09875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D6B7F-1CD9-4391-9C41-DF32CA11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33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981AD8-9B61-464A-A264-D1E81A48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B751B-8562-43A7-9069-C24317B3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527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Mid Room</a:t>
            </a:r>
          </a:p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更强敌人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F5692-1B57-42FC-95D5-37D414B0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161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FB6BB0-622C-43A8-A767-FBE07776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33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0BBD8B-A605-4140-AE83-BC202BE5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812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A39297-1AD9-4F9B-B5DE-8EAFE940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5527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Boss Room</a:t>
            </a:r>
          </a:p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最终挑战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0D9E78-3180-40C3-9727-CD615CBE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0987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95AAA-D98D-4B30-BB0E-1673EE53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33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759E52-CDBE-42BF-8C91-E46DAE91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812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51C0E5-B0FE-47F1-8DED-B3EE6AD8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5527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Victory</a:t>
            </a:r>
          </a:p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档案结局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A11577-A50A-41E9-A5DD-D4991F70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E8FDBA-71A4-41A0-8EC1-158CAA44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954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Move / Jump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6EDDD9-30A6-4366-988B-827EFEDB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28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5F640C-3E9D-43FE-AE57-5523A853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4954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Melee Attack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392391-47E8-450D-B26B-7F84BED8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28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C41A6E-55F3-413D-833C-893B656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4954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Level Up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B67BDE-EB06-483E-AF40-B95A4BC1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28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54D2C1-3303-4D1C-9D47-79301C64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954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Room Clear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8F69DC-204D-49F2-A7B8-C22D6803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28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914A5D-68FF-4A34-8195-A00E65EF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954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Boss Defeat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6676B9-C888-4611-93BA-268A813A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914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评委能看到：为什么进入地牢、如何战斗、怎样变强、何时通关，以及 AI 档案如何把战斗串成叙事。</a:t>
            </a:r>
          </a:p>
        </p:txBody>
      </p:sp>
    </p:spTree>
    <p:extLst>
      <p:ext uri="{BB962C8B-B14F-4D97-AF65-F5344CB8AC3E}">
        <p14:creationId xmlns:p14="http://schemas.microsoft.com/office/powerpoint/2010/main" val="2045985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A69ED7-0B20-475C-ACF2-02914BD3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F59F1-AE8D-4263-B459-246FCCB0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CCA66-B87C-4C16-BFF2-EFE219ED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462AC-944D-4639-809D-B8411686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D65B7-B829-4D92-916D-588D91C5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Tencent Cloud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E6D17-FED6-4056-B7A2-6A46510E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创作内容：从设定到游戏内档案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F2825-CFCB-4616-85DE-8E18FD9B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86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Craftsmen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D4309-86A0-466B-8D2E-8E8FE917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53FD1-BB5F-433D-B0CC-AABCFE6F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E4CDD-9371-4DB2-88EC-35AE9D1E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461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世界观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ED1ED-C588-4378-B182-92E7D8AF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4591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地下工坊曾试图把工匠技艺和人类判断力封入智核。实验失败后，工匠与智人分裂。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FF80D-4DDF-4B2D-B678-A87DA4D9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28750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5C4E9-8DB0-4D75-9F26-B2BA8279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287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F7848-F3FB-410D-AC30-45502049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00200"/>
            <a:ext cx="461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房间日志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CA057-9869-4A6D-90EE-EF919D8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62150"/>
            <a:ext cx="4591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Early / Mid / Boss 房间分别展示训练室、修正数据室、核心哨兵档案。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FA8F6-83FB-4FB5-9FA3-9629667F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F47F0-03A3-4365-896E-0C23F084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C2CFE-8EEE-4F70-8A8F-7D61BA61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57575"/>
            <a:ext cx="461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角色与敌人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1C7D6-0561-473A-9223-5E843AE4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9525"/>
            <a:ext cx="4591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玩家是第三答案；敌人是错误训练的构造体、修复程序和记忆残片。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91EFA-08A5-4D62-BABB-463D2C07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86125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56A15-1B1F-4CC8-9830-EDF8ADEA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861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B6AA10-26FD-47F2-9EC2-6BE34CB5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461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结局文本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43720D-0CF1-4E79-9D21-8A8774EA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4591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击败 Boss 后，档案不再判定玩家是人或机械，而记录为能记忆、能建造的幸存者。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582BF-ED95-4127-A371-148E0F6D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962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不是藏在文档里：它以档案文本、NPC 对话、房间说明和胜利结局进入游戏体验。</a:t>
            </a:r>
          </a:p>
        </p:txBody>
      </p:sp>
    </p:spTree>
    <p:extLst>
      <p:ext uri="{BB962C8B-B14F-4D97-AF65-F5344CB8AC3E}">
        <p14:creationId xmlns:p14="http://schemas.microsoft.com/office/powerpoint/2010/main" val="16448057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443E22-CB55-4430-BEA9-D5BC1C73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412B7-54E4-46F6-9EC9-39FF7B71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33ABE-C9CB-4201-B5C1-A31D2E9A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B6B26-27F4-4273-AD38-3E9F0138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3E801-BE52-45A6-A788-6472D304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Tencent Cloud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0C669-D9AF-45B4-B7D6-A27E9DE4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当前可玩系统：不是功能堆砌，而是服务 Demo 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35CC5-FC4F-4E0D-BDD4-FDE18470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86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Craftsmen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da006fa254d23"/>
          <a:stretch xmlns:a="http://schemas.openxmlformats.org/drawingml/2006/main"/>
        </p:blipFill>
        <p:spPr>
          <a:xfrm xmlns:a="http://schemas.openxmlformats.org/drawingml/2006/main">
            <a:off x="8572500" y="1333500"/>
            <a:ext cx="1524000" cy="1143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3b861212342f1"/>
          <a:stretch xmlns:a="http://schemas.openxmlformats.org/drawingml/2006/main"/>
        </p:blipFill>
        <p:spPr>
          <a:xfrm xmlns:a="http://schemas.openxmlformats.org/drawingml/2006/main">
            <a:off x="10287000" y="123825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B1B6B-CEB3-4141-816A-D10DE25E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381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D1F58-1CD7-4B31-AE48-3F2E860A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63497-D062-417E-A8AA-C5416DCB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3038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Player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D38AD-474B-40D5-955E-FC47F5DE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0194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横版移动、跳跃、朝向、近战攻击、血量、技力。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0E776-6B55-4282-A372-4EFB64F7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381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9C207-C43E-4AF7-8B36-A87AF55A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8851E-4D1E-4C94-8843-DCA970FF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00200"/>
            <a:ext cx="3038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Combat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F9E42-9ED2-4210-BF49-96C5E9F8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62150"/>
            <a:ext cx="30194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命中检测、攻击冷却、伤害接口、受击反馈。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1E53A-41A8-4A10-8F9F-312A9E88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3381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10BCB-629B-4194-96B5-9772A908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01828-7896-49FC-B601-E791F68F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038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Enemy / Boss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7634D8-4424-4FBE-AC92-1FA63F15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30194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巡逻、追击、攻击、受伤、死亡事件。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BD5FFB-8785-40EA-B912-27D9DEB1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3381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A1BB5-FBD1-4D9D-A25E-FD7BC29E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490A4-B02F-441D-9615-B493F418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71825"/>
            <a:ext cx="3038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Room 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C6E0B-A711-4286-8627-2EEE427A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33775"/>
            <a:ext cx="30194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房间清理、出口解锁、三段式 Demo 推进。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0CBC07-808F-44EA-BA56-823BB022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381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A3CE44-9BA8-47F5-B5D7-4FAD891C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96AE29-8631-46D2-BB33-3623A3BD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71825"/>
            <a:ext cx="3038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Device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85A1DF-8220-47BA-B8F7-2FCFF309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33775"/>
            <a:ext cx="30194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机械炮台可部署在地面，自动索敌打怪，并给玩家增益。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BC6D41-CF91-4699-93E9-F8F92FCD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962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比赛版重点：能演示、能看懂、能闭环。完整随机地图、存档、复杂经济等留到后续。</a:t>
            </a:r>
          </a:p>
        </p:txBody>
      </p:sp>
    </p:spTree>
    <p:extLst>
      <p:ext uri="{BB962C8B-B14F-4D97-AF65-F5344CB8AC3E}">
        <p14:creationId xmlns:p14="http://schemas.microsoft.com/office/powerpoint/2010/main" val="6782496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344A17-F4D5-466D-87DE-FEEDF42B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7AD00-97D2-4E36-89FD-67255501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700CA-C199-46CF-A57B-365ED5EA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10447-9517-4E17-9A3E-919B1E00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B4083-AA5C-4D9C-9DC5-3B68171E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Tencent Cloud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32347-56F7-4621-A9CB-033FDBA2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三段式 Demo 路线：压缩成长，强化可读性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C9279-4B0F-4FEB-B21C-F16612D2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86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Craftsmen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a808107d540a6"/>
          <a:stretch xmlns:a="http://schemas.openxmlformats.org/drawingml/2006/main"/>
        </p:blipFill>
        <p:spPr>
          <a:xfrm xmlns:a="http://schemas.openxmlformats.org/drawingml/2006/main">
            <a:off x="7858125" y="1143000"/>
            <a:ext cx="1619250" cy="16192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6736d71b04b5f"/>
          <a:stretch xmlns:a="http://schemas.openxmlformats.org/drawingml/2006/main"/>
        </p:blipFill>
        <p:spPr>
          <a:xfrm xmlns:a="http://schemas.openxmlformats.org/drawingml/2006/main">
            <a:off x="9620250" y="114300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3E05B-842C-407B-8B84-65FB373C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647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784B5-2F7E-4064-8C75-3FE82BE4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B7165-3821-49DE-9198-8E98B29A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647825"/>
            <a:ext cx="613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Early Room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6A788-4BF2-41A1-B965-2EF223FF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009775"/>
            <a:ext cx="6115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1-2 个弱小敌人。玩家熟悉移动、跳跃、攻击，并快速拿到经验或升级反馈。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730F5-8ED4-4D0F-A32C-13847B6F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647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61FE8-728F-44CE-8FD6-A54E9CF2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99E8C-E327-4044-9023-27748115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76575"/>
            <a:ext cx="613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Mid Room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455D6-48E1-4444-B274-AB2A8CD3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38525"/>
            <a:ext cx="6115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2-3 个更强敌人。玩家升级后的伤害更明显，展示数值成长后打怪更快。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BB7F5-BAA6-4B20-929B-BB9BA356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647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D586D-3CDE-4779-970F-772ADB58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FBCC0-FE58-4548-9F81-9160F324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505325"/>
            <a:ext cx="613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Boss Room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2E3695-DAA2-4CD6-AF71-25BE302A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867275"/>
            <a:ext cx="61150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1 个 Demo Boss。只保留追击、接近攻击、可被击败和胜利触发，形成结尾。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C97ED-5C28-4149-8C5B-8D74F336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385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Demo 数值故意偏快：</a:t>
            </a:r>
          </a:p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让评委在短视频里看到成长，而不是等待刷怪。</a:t>
            </a:r>
          </a:p>
        </p:txBody>
      </p:sp>
    </p:spTree>
    <p:extLst>
      <p:ext uri="{BB962C8B-B14F-4D97-AF65-F5344CB8AC3E}">
        <p14:creationId xmlns:p14="http://schemas.microsoft.com/office/powerpoint/2010/main" val="18077002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2C8BEF-460E-48FB-AB1A-6680E1E9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CC620-360F-4B93-A499-BD0037BF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AFD25-4503-479D-8DFB-ACCF2F80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2C0D6-DED8-4CE1-9855-F44A0DC1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49132-5131-4A7F-9A27-9D2871F0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Tencent Cloud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4DB60-3926-46D7-91A3-8EB2804D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技术架构：Unity 2D 原型模块化推进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909CC-BB2A-4230-A375-D1E0546E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86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Craftsmen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EC675-9D7D-4129-8452-E1976149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1D23A-40C9-44AC-83FB-C6B22D7C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04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Player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9BB98-1045-44EE-ABFD-250BF5CC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24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Movement / Attack / Health / Skill Energy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E06C3-6A24-49B9-9227-2F32695E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18BD7-7C32-4E49-8758-88291263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90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Combat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F6569-481D-41BF-9D3D-6337B35D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IDamageable / MeleeHitDetector / DeviceController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7DB77-F2DA-4BB2-8073-8083855F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9F87A-33D9-4C94-8DC0-CE9D6390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76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Enemy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539F0-2D8B-432C-A6A0-E7DB0F9C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FSM / Patrol / Chase / Attack / Death 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43975-5A52-4512-A8AA-F8591E4A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534BE-05FE-41E8-B809-A5F5486A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62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Rooms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3A32E-AE6E-4E6E-9188-25B7E892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814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RoomClearController / ExitDoorController / Demo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33461-E0B4-4DF3-94C2-EFD27331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65B82E-227D-477A-BBB9-5FA8BD70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48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UI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A215C-FB38-4FD2-A882-E1A2EA8A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672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Inventory / Crafting / Dialogue / Health / Skill Bars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90630-7121-448D-8FDB-1EB5A8D6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4C666-C539-49F7-938D-943911C5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33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Docs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89EA76-D01B-4BC0-A4E6-E3B90790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53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AI Creation Log / Submission Checklist / WebGL Guide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D87E5A-AA4D-4FAA-AC77-2972F3A3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原则：复用现有系统，避免大改；提交阶段优先稳定、可演示、可解释。</a:t>
            </a:r>
          </a:p>
        </p:txBody>
      </p:sp>
    </p:spTree>
    <p:extLst>
      <p:ext uri="{BB962C8B-B14F-4D97-AF65-F5344CB8AC3E}">
        <p14:creationId xmlns:p14="http://schemas.microsoft.com/office/powerpoint/2010/main" val="20312226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0532B0-1EA0-443F-BEC0-BBED736F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6B14A-4207-4313-AAB6-A60ADB2F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B05FA-A4B4-42BB-8B87-2333CAA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5E440-0443-496A-B8E2-9117C1C2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DE346-B1A1-45CD-9C25-E29006CF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Tencent Cloud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F5D05-90CF-48FC-BAB2-F737BF6F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视觉与素材策略：统一记录来源，避免版权风险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D7811-784E-4F0A-AAF4-EC46C65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86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Craftsmen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b5cfba7d54932"/>
          <a:stretch xmlns:a="http://schemas.openxmlformats.org/drawingml/2006/main"/>
        </p:blipFill>
        <p:spPr>
          <a:xfrm xmlns:a="http://schemas.openxmlformats.org/drawingml/2006/main">
            <a:off x="762000" y="1778000"/>
            <a:ext cx="2381250" cy="15875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ba93dda314a90"/>
          <a:stretch xmlns:a="http://schemas.openxmlformats.org/drawingml/2006/main"/>
        </p:blipFill>
        <p:spPr>
          <a:xfrm xmlns:a="http://schemas.openxmlformats.org/drawingml/2006/main">
            <a:off x="3429000" y="1381125"/>
            <a:ext cx="2000250" cy="20002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f5443637f4d4f"/>
          <a:stretch xmlns:a="http://schemas.openxmlformats.org/drawingml/2006/main"/>
        </p:blipFill>
        <p:spPr>
          <a:xfrm xmlns:a="http://schemas.openxmlformats.org/drawingml/2006/main">
            <a:off x="5619750" y="13811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A0159-4DF5-4B39-A7BE-FFF6B73E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F2C37-A056-45E0-8BA4-BC88CE0C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448CC-8BF1-4D7A-A7AC-261D1CCD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52575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/ 原创占位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12B59-2F6A-4944-9B59-9A8C0E89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14525"/>
            <a:ext cx="27813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角色、敌人、图标等用于快速表达风格，可在后续替换为正式资产。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D8346-6A86-4FEC-8F28-091C498E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1D8C1-62FC-464A-8D6C-D29FF81C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9C9A5-29B6-41EC-A560-66AF2A04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337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第三方资源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0AD06-FA2E-4840-B718-CE03D6AE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27813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Unity Asset Store / Kenney 等资源统一记录在 THIRD_PARTY_ASSETS.md。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03284-3065-4D3F-A446-3115AFDB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433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9E413-7417-4D5D-9AA9-07110C0E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4337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1D72A-826F-4C99-B3DA-459571E0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14825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提交策略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5B9F6-D6F0-47EF-AA00-BDC837DC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76775"/>
            <a:ext cx="27813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Public 仓库只提交已确认可提交或原创素材；许可证不明素材不乱公开。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52A98-6038-41DF-8BF4-F36C0305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美术目标不是堆资源，而是让评委一眼看懂：主角、敌人、装置、地牢和 UI 分别承担什么信息。</a:t>
            </a:r>
          </a:p>
        </p:txBody>
      </p:sp>
    </p:spTree>
    <p:extLst>
      <p:ext uri="{BB962C8B-B14F-4D97-AF65-F5344CB8AC3E}">
        <p14:creationId xmlns:p14="http://schemas.microsoft.com/office/powerpoint/2010/main" val="13763385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A8F996-A216-48AA-A13A-5429CB3B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098AF-9C74-46C3-9A90-53ECF201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4761C-0C92-4479-A6B8-05C2C2B4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4FA44-3267-4F0B-9D27-7ADDB4E9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788EA-99C0-4870-B24A-14433C54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Tencent Cloud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8EA59-AFB5-4C82-B0E4-30CDF2E9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提交包：评委需要的材料已拆成清单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5F312-72CE-423A-A742-9A7EE6A4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86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Craftsmen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9947D-3BC2-4F6F-8323-4BA318AA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32861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B3727-6E79-46F3-962E-E077C9BB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FE1AE-83C4-4147-B497-A9A7562B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600200"/>
            <a:ext cx="2943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WebGL 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BFFE3-E003-4A64-A63D-36E185F6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962150"/>
            <a:ext cx="29241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浏览器可直接体验。最终部署后填入 README 和提交问卷。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390D5-029E-421A-B42C-3116E660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861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D4F80-9D51-43AC-B225-0D5A2B2F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5696F-4197-45AD-AF3A-B3E86378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00200"/>
            <a:ext cx="2943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Demo Video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0409B-CADF-4395-89A1-D1ABB7B0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62150"/>
            <a:ext cx="29241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3 分钟脚本已准备，展示开场、战斗、成长、Boss、胜利。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03922-DF5B-4248-A976-B3B3400E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32861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7D8D5-924F-45C6-BA97-CF7192E4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71C95-BF0D-478A-8BD5-965793CC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00200"/>
            <a:ext cx="2943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PPT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1396D-869A-4B07-BE85-186E4872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962150"/>
            <a:ext cx="29241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本页所在 deck 可作为作品介绍 PPT 初稿，后续替换截图和团队信息。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0F817-B48D-40B9-8B5B-C0339448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90875"/>
            <a:ext cx="32861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61D004-57A8-4ACE-9037-1AC1700E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908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CF6BD-E8BC-4C77-A8EA-1EA5CEC4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62325"/>
            <a:ext cx="2943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CodeBuddy History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F4153E-6E09-4797-AEDF-5D9A846B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24275"/>
            <a:ext cx="29241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导出指南已准备，提交前用 CodeBuddy 做最后检查并导出记录。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4DF0BC-2363-4931-B182-F1069A6A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90875"/>
            <a:ext cx="32861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A2816-EB85-4819-B0B9-4FDCCF3C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908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EF325D-D177-4A03-9E27-7C61138B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2943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Creation 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D23F72-6905-4C20-9A54-CE5CDAE5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24275"/>
            <a:ext cx="29241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记录 AI 生成的世界观、房间档案、角色设定和用途。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4AD121-9ED8-4F1A-9121-6023D6DE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32861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780AA2-2B1B-4232-BA35-9FB36E5E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BA982B-A76E-4881-A0EC-673A36C6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362325"/>
            <a:ext cx="2943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Social Post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1D46BA-81D3-40B0-B649-74B60F5D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24275"/>
            <a:ext cx="29241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小红书 / 视频号 / X / YouTube 文案已准备，可争取传播加分。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93E08C-D4BA-40D3-923F-35DD5791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索引文档：docs/SUBMISSION_PACKAGE_INDEX.md</a:t>
            </a:r>
          </a:p>
        </p:txBody>
      </p:sp>
    </p:spTree>
    <p:extLst>
      <p:ext uri="{BB962C8B-B14F-4D97-AF65-F5344CB8AC3E}">
        <p14:creationId xmlns:p14="http://schemas.microsoft.com/office/powerpoint/2010/main" val="18334324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4A3A06-3682-4042-AF7E-56F6D3C7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1A5F1-456D-45F3-A10E-CF1260E2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FF64F-6EF2-47A7-B89F-7454CBB9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8EF0B-48E9-4DEE-BDC0-E6DAF08E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4D914-7F79-43F1-8A31-B1CAB4D5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Tencent Cloud Hackathon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91801-1F08-42AA-A3E4-AE53BF01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最后冲刺：把可提交链路补完整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A9331-26BF-41A3-8E64-8E33D769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86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Craftsmen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FCD2E-B1E5-4809-A166-442A5C98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953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8B7B2-916B-4AC9-BF47-D79E2072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F5BE6-4434-46CA-AB7B-994AD1F9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00200"/>
            <a:ext cx="461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1. WebGL 部署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CD428-44D7-4A96-88A3-0BC39E15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45910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按 WEBGL_DEPLOYMENT.md 构建并上传，拿到浏览器试玩链接。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5BE19-7D50-4FD5-AB88-0F260382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953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8E27A-DC12-4BDB-90CB-B120A2B7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07761-1889-4BBA-AD65-4C2019DB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00200"/>
            <a:ext cx="461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2. 录制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0C884-66D7-466B-A37E-95772788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62150"/>
            <a:ext cx="45910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按 DEMO_VIDEO_SCRIPT.md 控制在 3 分钟内，展示 AI 叙事与完整闭环。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6BEF4-4159-440F-B2A2-820360C4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4953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5C99C-A79B-49BE-8FE2-272A748E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93637-16F5-4299-BFF5-DF52D455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71825"/>
            <a:ext cx="461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3. CodeBuddy 导出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5CEDC-1DC6-4928-9D88-665536DA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33775"/>
            <a:ext cx="45910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用 CODEBUDDY_EXPORT_GUIDE.md 的提示词做最后检查，导出历史对话。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C5041-3730-40C0-9007-38D78A11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4953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FD4DED-969D-4C9B-B4D0-90ECD3FF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DD988-2168-465E-B601-32D27163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71825"/>
            <a:ext cx="461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4. 填提交表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AA2CF9-18E8-489C-AF00-476F16D1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33775"/>
            <a:ext cx="45910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用 SUBMISSION_FORM_DRAFT.md 复制文案，补链接，提交问卷。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FE08F-98E8-48AF-A93B-434C1515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目标不是把游戏做大，而是让评委顺利打开、快速理解、看到 AI 创作价值，并完成评分。</a:t>
            </a:r>
          </a:p>
        </p:txBody>
      </p:sp>
    </p:spTree>
    <p:extLst>
      <p:ext uri="{BB962C8B-B14F-4D97-AF65-F5344CB8AC3E}">
        <p14:creationId xmlns:p14="http://schemas.microsoft.com/office/powerpoint/2010/main" val="243368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2026-06-11T02:00:10.8740000Z</dcterms:created>
  <dcterms:modified xsi:type="dcterms:W3CDTF">2026-06-11T02:00:10.8740000Z</dcterms:modified>
</coreProperties>
</file>