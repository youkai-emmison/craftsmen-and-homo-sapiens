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25b0dc79524f05" /><Relationship Type="http://schemas.openxmlformats.org/officeDocument/2006/relationships/extended-properties" Target="/docProps/app.xml" Id="R97f7298110f5498d" /><Relationship Type="http://schemas.openxmlformats.org/officeDocument/2006/relationships/officeDocument" Target="/ppt/presentation.xml" Id="R8f9bff4823724e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9038a072354d03"/>
  </p:sldMasterIdLst>
  <p:notesMasterIdLst>
    <p:notesMasterId xmlns:r="http://schemas.openxmlformats.org/officeDocument/2006/relationships" r:id="Rf5a4c4a73aa34455"/>
  </p:notesMasterIdLst>
  <p:sldIdLst>
    <p:sldId xmlns:r="http://schemas.openxmlformats.org/officeDocument/2006/relationships" id="256" r:id="R104c2c5b92ed4ba5"/>
    <p:sldId xmlns:r="http://schemas.openxmlformats.org/officeDocument/2006/relationships" id="257" r:id="R23cc204d3eb84e8e"/>
    <p:sldId xmlns:r="http://schemas.openxmlformats.org/officeDocument/2006/relationships" id="258" r:id="Re63e292f50694892"/>
    <p:sldId xmlns:r="http://schemas.openxmlformats.org/officeDocument/2006/relationships" id="259" r:id="Rb40f02c2ae854330"/>
    <p:sldId xmlns:r="http://schemas.openxmlformats.org/officeDocument/2006/relationships" id="260" r:id="Rcae30d6e0bd44722"/>
    <p:sldId xmlns:r="http://schemas.openxmlformats.org/officeDocument/2006/relationships" id="261" r:id="Re56f8ab299964ea2"/>
    <p:sldId xmlns:r="http://schemas.openxmlformats.org/officeDocument/2006/relationships" id="262" r:id="Rd008ef90d7ad4f37"/>
    <p:sldId xmlns:r="http://schemas.openxmlformats.org/officeDocument/2006/relationships" id="263" r:id="Rfa3d7f37d654474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48d48d315b408f" /><Relationship Type="http://schemas.openxmlformats.org/officeDocument/2006/relationships/slideMaster" Target="/ppt/slideMasters/slideMaster1.xml" Id="R7d9038a072354d03" /><Relationship Type="http://schemas.openxmlformats.org/officeDocument/2006/relationships/notesMaster" Target="/ppt/notesMasters/notesMaster1.xml" Id="Rf5a4c4a73aa34455" /><Relationship Type="http://schemas.openxmlformats.org/officeDocument/2006/relationships/presProps" Target="/ppt/presProps.xml" Id="Rdfaa4413daa44f33" /><Relationship Type="http://schemas.openxmlformats.org/officeDocument/2006/relationships/tableStyles" Target="/ppt/tableStyles.xml" Id="R4e08eb57eae84da1" /><Relationship Type="http://schemas.openxmlformats.org/officeDocument/2006/relationships/slide" Target="/ppt/slides/slide1.xml" Id="R104c2c5b92ed4ba5" /><Relationship Type="http://schemas.openxmlformats.org/officeDocument/2006/relationships/slide" Target="/ppt/slides/slide2.xml" Id="R23cc204d3eb84e8e" /><Relationship Type="http://schemas.openxmlformats.org/officeDocument/2006/relationships/slide" Target="/ppt/slides/slide3.xml" Id="Re63e292f50694892" /><Relationship Type="http://schemas.openxmlformats.org/officeDocument/2006/relationships/slide" Target="/ppt/slides/slide4.xml" Id="Rb40f02c2ae854330" /><Relationship Type="http://schemas.openxmlformats.org/officeDocument/2006/relationships/slide" Target="/ppt/slides/slide5.xml" Id="Rcae30d6e0bd44722" /><Relationship Type="http://schemas.openxmlformats.org/officeDocument/2006/relationships/slide" Target="/ppt/slides/slide6.xml" Id="Re56f8ab299964ea2" /><Relationship Type="http://schemas.openxmlformats.org/officeDocument/2006/relationships/slide" Target="/ppt/slides/slide7.xml" Id="Rd008ef90d7ad4f37" /><Relationship Type="http://schemas.openxmlformats.org/officeDocument/2006/relationships/slide" Target="/ppt/slides/slide8.xml" Id="Rfa3d7f37d65447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4061dc2e5c4a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6ac626f0724c46" /><Relationship Type="http://schemas.openxmlformats.org/officeDocument/2006/relationships/notesMaster" Target="/ppt/notesMasters/notesMaster1.xml" Id="R9539931433b04a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68ba26d4e7425b" /><Relationship Type="http://schemas.openxmlformats.org/officeDocument/2006/relationships/notesMaster" Target="/ppt/notesMasters/notesMaster1.xml" Id="R3e58628a653846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1025f264424dfd" /><Relationship Type="http://schemas.openxmlformats.org/officeDocument/2006/relationships/notesMaster" Target="/ppt/notesMasters/notesMaster1.xml" Id="R3be2a6b11bde4a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397ead001e48d3" /><Relationship Type="http://schemas.openxmlformats.org/officeDocument/2006/relationships/notesMaster" Target="/ppt/notesMasters/notesMaster1.xml" Id="Rb638156bfcbb44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962f0902294df7" /><Relationship Type="http://schemas.openxmlformats.org/officeDocument/2006/relationships/notesMaster" Target="/ppt/notesMasters/notesMaster1.xml" Id="R4df1dc32df7f4e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cb515144334e7f" /><Relationship Type="http://schemas.openxmlformats.org/officeDocument/2006/relationships/notesMaster" Target="/ppt/notesMasters/notesMaster1.xml" Id="Ra0277c45f1d54b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4e570c664e4705" /><Relationship Type="http://schemas.openxmlformats.org/officeDocument/2006/relationships/notesMaster" Target="/ppt/notesMasters/notesMaster1.xml" Id="R2576232392aa4d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32c408f2714019" /><Relationship Type="http://schemas.openxmlformats.org/officeDocument/2006/relationships/notesMaster" Target="/ppt/notesMasters/notesMaster1.xml" Id="R9f1ed706886343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9e610bbc904f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439f51710b4d84" /><Relationship Type="http://schemas.openxmlformats.org/officeDocument/2006/relationships/slideLayout" Target="/ppt/slideLayouts/slideLayout1.xml" Id="Rfd26f9458ec04d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26f9458ec04d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777bad9034dc4" /><Relationship Type="http://schemas.openxmlformats.org/officeDocument/2006/relationships/image" Target="/ppt/media/image.png" Id="Rcb857eae759b41ec" /><Relationship Type="http://schemas.openxmlformats.org/officeDocument/2006/relationships/notesSlide" Target="/ppt/notesSlides/notesSlide1.xml" Id="R7332bd378a3549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eade0554c4ab8" /><Relationship Type="http://schemas.openxmlformats.org/officeDocument/2006/relationships/image" Target="/ppt/media/image2.png" Id="R0a3aa3085d0f4314" /><Relationship Type="http://schemas.openxmlformats.org/officeDocument/2006/relationships/image" Target="/ppt/media/image3.png" Id="R270c373780424a1a" /><Relationship Type="http://schemas.openxmlformats.org/officeDocument/2006/relationships/notesSlide" Target="/ppt/notesSlides/notesSlide2.xml" Id="R71ca6a39cf1e45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459eeb92c4bc5" /><Relationship Type="http://schemas.openxmlformats.org/officeDocument/2006/relationships/image" Target="/ppt/media/image4.png" Id="Rf8c5c7d86e60417b" /><Relationship Type="http://schemas.openxmlformats.org/officeDocument/2006/relationships/notesSlide" Target="/ppt/notesSlides/notesSlide3.xml" Id="Rfb0fe60114ec48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a14a9b668643e4" /><Relationship Type="http://schemas.openxmlformats.org/officeDocument/2006/relationships/image" Target="/ppt/media/image5.png" Id="R4a4dbde5277743e4" /><Relationship Type="http://schemas.openxmlformats.org/officeDocument/2006/relationships/notesSlide" Target="/ppt/notesSlides/notesSlide4.xml" Id="Rf845ab3e1e2848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b9cda53c5a4d75" /><Relationship Type="http://schemas.openxmlformats.org/officeDocument/2006/relationships/image" Target="/ppt/media/image6.png" Id="R3439e9ca6620443d" /><Relationship Type="http://schemas.openxmlformats.org/officeDocument/2006/relationships/notesSlide" Target="/ppt/notesSlides/notesSlide5.xml" Id="R035cefd223a041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55ae682d54ee5" /><Relationship Type="http://schemas.openxmlformats.org/officeDocument/2006/relationships/image" Target="/ppt/media/image7.png" Id="R0e53fb9588a44fa1" /><Relationship Type="http://schemas.openxmlformats.org/officeDocument/2006/relationships/image" Target="/ppt/media/image8.png" Id="R1c8dbdadd61044cc" /><Relationship Type="http://schemas.openxmlformats.org/officeDocument/2006/relationships/notesSlide" Target="/ppt/notesSlides/notesSlide6.xml" Id="R0a69768998d544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f54c7e435f4c54" /><Relationship Type="http://schemas.openxmlformats.org/officeDocument/2006/relationships/image" Target="/ppt/media/image9.png" Id="R9296ac92d9204bb3" /><Relationship Type="http://schemas.openxmlformats.org/officeDocument/2006/relationships/image" Target="/ppt/media/image10.png" Id="R189a1fe1c6e546ed" /><Relationship Type="http://schemas.openxmlformats.org/officeDocument/2006/relationships/image" Target="/ppt/media/image11.png" Id="R864dfae6de764400" /><Relationship Type="http://schemas.openxmlformats.org/officeDocument/2006/relationships/image" Target="/ppt/media/image12.png" Id="R0effa891b20c4c6b" /><Relationship Type="http://schemas.openxmlformats.org/officeDocument/2006/relationships/image" Target="/ppt/media/image13.png" Id="R537ee63054524980" /><Relationship Type="http://schemas.openxmlformats.org/officeDocument/2006/relationships/image" Target="/ppt/media/image14.png" Id="R674ab5fb9fce4570" /><Relationship Type="http://schemas.openxmlformats.org/officeDocument/2006/relationships/notesSlide" Target="/ppt/notesSlides/notesSlide7.xml" Id="R3486855c81504f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270ba07aef4258" /><Relationship Type="http://schemas.openxmlformats.org/officeDocument/2006/relationships/image" Target="/ppt/media/image15.png" Id="R70d9433792e84eb1" /><Relationship Type="http://schemas.openxmlformats.org/officeDocument/2006/relationships/image" Target="/ppt/media/image16.png" Id="Rdd4a6b6a2fe9489b" /><Relationship Type="http://schemas.openxmlformats.org/officeDocument/2006/relationships/notesSlide" Target="/ppt/notesSlides/notesSlide8.xml" Id="R42bc7b2f949149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1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57eae759b41e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0790FA-E5CF-44F3-93F9-AE224A6E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E3204-E964-400E-A449-4511C1C5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4000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能工智人：糖芯工坊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D3B22-88F7-4F3D-B846-FB51B5FF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rPr>
              <a:t>Craftsmen and Homo Sapiens:</a:t>
            </a:r>
          </a:p>
          <a:p xmlns:a="http://schemas.openxmlformats.org/drawingml/2006/main">
            <a:pPr>
              <a:def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rPr>
              <a:t>The Candy Forge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10D8D-58BB-433E-9DA7-815D1D7E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04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B4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B4D1"/>
                </a:solidFill>
                <a:latin typeface="Microsoft YaHei"/>
                <a:ea typeface="Microsoft YaHei"/>
                <a:cs typeface="Microsoft YaHei"/>
              </a:rPr>
              <a:t>叙事类游戏 / Narrative Games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798A8D-9149-4335-AC83-7CFC82AF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3638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理工男穿越成异世界女仆工程师，用糖果材料搓科技，打败 Boss 找到回家的路。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6A1BD0-086F-403E-8902-B8F054B4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816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rPr>
              <a:t>Team：落云宗    成员：秦天 / 陈磊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9EC4A-1556-4B31-8ABE-88158E6C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674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rPr>
              <a:t>Demo Link：待回填</a:t>
            </a:r>
          </a:p>
        </p:txBody>
      </p:sp>
    </p:spTree>
    <p:extLst>
      <p:ext uri="{BB962C8B-B14F-4D97-AF65-F5344CB8AC3E}">
        <p14:creationId xmlns:p14="http://schemas.microsoft.com/office/powerpoint/2010/main" val="328439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58338F-D05D-4D89-AE0C-2FD792D2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世界观：糖芯工坊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A0CBB-2547-416C-961B-F5DD78BA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47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理工男穿越成异世界女仆工程师，用工程学、番剧储备和糖果材料搓科技，打败 Boss 找到回家的路。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3aa3085d0f4314"/>
          <a:srcRect xmlns:a="http://schemas.openxmlformats.org/drawingml/2006/main" l="3437" t="0" r="34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638300"/>
            <a:ext cx="5676900" cy="3429000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0c373780424a1a"/>
          <a:srcRect xmlns:a="http://schemas.openxmlformats.org/drawingml/2006/main" l="0" t="11331" r="0" b="113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4324350"/>
            <a:ext cx="3371850" cy="1466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4C0D0-A48B-405F-A72F-F1C57900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38300"/>
            <a:ext cx="4324350" cy="40005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7A473-1648-4E78-A38D-A16141D1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43100"/>
            <a:ext cx="31623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A57327-00ED-4AA8-A17A-0175DE58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717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E03D0-B874-4424-BC06-6CDE7832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859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穿越身份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5B0577-0AFC-4E8B-881E-610D1B9D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95550"/>
            <a:ext cx="262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现实世界的理工男大学生意外穿越，被糖芯系统误绑定为“见习女仆工程师”。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81D17-57AE-49A6-9B25-8E74F2B3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81350"/>
            <a:ext cx="31623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6F0772-E5D7-4AF8-9FE8-B109BC87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099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F3DE7-0143-49FC-97D7-74A01D05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242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糖果规则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06C340-C85A-4E82-9521-07EC20C9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733800"/>
            <a:ext cx="262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甜点不是食物，而是能源、武器、材料和技能。怪物掉落材料可合成装备与道具。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9F8167-BE3C-41EE-B552-71981E40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19600"/>
            <a:ext cx="31623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FE3B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BDA47-6779-4461-8763-35F0FEE1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6482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E3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8F7FAA-5111-47DF-AB45-1870F224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624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回家目标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FCA719-4258-40AD-8262-60E8ED6F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972050"/>
            <a:ext cx="262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修复糖芯传送装置，击败污染糖芯炉的糖蚀巫师，重新打开回到现实世界的传送门。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B834C2-E08D-43F3-9C49-E6C21C2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02 / 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F244D8-1C30-4EDB-9665-B15C33AB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320877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c5c7d86e60417b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914400"/>
            <a:ext cx="6667500" cy="4572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331CC-EB1B-44DE-9FA9-D05DFD2E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04775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游戏是什么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069AA0-B976-4354-BFEA-58D9C502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52600"/>
            <a:ext cx="323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玩家在糖果异世界中推进房间，一边移动、跳跃和战斗，一边读取糖芯工坊日志寻找回家的线索。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DD4CB-0E32-447C-91E5-D801FF32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8A1F3-2041-4BA2-97F5-78F271E7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横版动作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50964-2BBF-4E88-A9A3-3D0B7F7F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044F-EB04-478C-A8AE-C935E296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338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房间推进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FD6D7D-881A-4057-B106-A20F77D7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005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D9005-FC4B-49C5-B170-474C01B1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24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AI 记忆日志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FB1F9F-612C-476C-86C6-C9D95B46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03 / 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3D5909-FB99-4311-A8BD-1DCC8F5A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1884148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571D03-3A0A-446F-B0B0-77995ADE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AI 叙事进入游戏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23981A-D0D7-4D85-8C44-7957A620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真实 NPC 对话截图说明：AI 生成内容进入 UI 与流程，而不是只停留在文档里。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dbde5277743e4"/>
          <a:srcRect xmlns:a="http://schemas.openxmlformats.org/drawingml/2006/main" l="291" t="0" r="2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95450"/>
            <a:ext cx="72390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CE0A0-880C-4665-ADF5-B87E9CB1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95450"/>
            <a:ext cx="3124200" cy="40957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4A38B-766A-4855-B768-A43CAFEF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764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AI 生成内容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C220C-0EBD-4BB7-8D47-BFC5DC06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57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DCF51A-16F6-4155-A2F2-16FAE9B0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糖果异世界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B88847-BCAD-4BC8-BB0E-279B5275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B70ED2-E6BC-4356-81C7-A5B939B3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718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糖芯工坊日志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71074-0D67-4A9D-91C9-3E7EF44F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8FA079-91CC-4F33-A07B-F9D03951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62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Boss 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965F52-D0A0-4D45-9682-11A74195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29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EE82C2-2439-4D5A-8CBC-57F0A4C8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52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结局文本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0B2C5F-9EF2-4676-961A-7FB10338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04 / 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5F4AE2-AF72-4156-8D3F-D504FD72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2716025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010E2D-786E-4008-8E86-494A9EA9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背包、装备与成长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9e9ca6620443d"/>
          <a:srcRect xmlns:a="http://schemas.openxmlformats.org/drawingml/2006/main" l="2907" t="0" r="29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09700"/>
            <a:ext cx="6858000" cy="4095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0B308D-5BE8-409F-804E-4E643118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8590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系统在 Demo 中承担“变强”的可见反馈。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5150CE-5F42-40CC-82B6-017C5F2E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52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54460A-89C6-40DF-B9A3-7E102791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76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装备说明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E7E4E1-96A0-4A44-93FA-5DCD3CD8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0219B4-A3F0-4F5E-9398-F6363DDA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670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角色属性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1F4276-9542-4F2D-B8A2-BD80FEFC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69F5AD-279D-4A0C-8206-85455416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57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道具与材料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FAEDA-FA38-4272-83C0-CE0B7F34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F7F7A7-DFC3-45FF-A411-A3254C3A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481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战斗数值成长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5E2C86-5E65-4D65-A3D6-2E5BA32A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05 / 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6166A-FE42-4C42-90BC-E1D3D43B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6426037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4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F6618F-B6C3-4D49-BFB8-D4B26F87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合成与技能树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35CA5D-1225-434E-AB1C-6823AF3B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材料掉落 -&gt; 合成道具 -&gt; 学习技能 -&gt; 强化战斗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3fb9588a44fa1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24FC52-429D-4CB7-8032-21F10BD6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Crafting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7F9158-04A5-474C-91A4-9BE13021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dbdadd61044cc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F7089B-9C5C-46A5-97D5-175B3EC9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Skill Tree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546C04-FEE0-43AE-8CAD-4F1E376E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06 / 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94539-70B9-4ED7-94DE-4214DCE0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5458839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09C913-49E7-40EF-AF49-CC83BD19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Demo 体验流程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B2F08-518C-4F96-AA78-3A0DC741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819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3–5 分钟展示完整游戏闭环：穿越开场、NPC 对话、战斗、成长、合成、Boss 战与结局。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6ac92d9204bb3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29531-DA3F-4C6B-B167-5A639E96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0:00 移动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9a1fe1c6e546ed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CEB1E8-6912-4BB2-9FD2-AA460E9D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0:30 对话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dfae6de764400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38026-C483-4278-9B44-61592576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1:30 背包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fa891b20c4c6b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C20B19-209C-4756-88A8-98968174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2:00 合成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7ee63054524980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38E1EA-7426-4AEA-8200-D9488FB5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2:30 技能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4ab5fb9fce4570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F2FC39-4F43-4D7E-ADC7-288BC193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3:30 Boss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0B4882-3BFB-4AC2-AAA8-6514FA1A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07 / 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560E4-2981-4AD5-A8B2-306323FF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4662531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9E7170-6AE1-4F79-9690-2E7EB73D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技术结构与部署准备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d9433792e84eb1"/>
          <a:stretch xmlns:a="http://schemas.openxmlformats.org/drawingml/2006/main"/>
        </p:blipFill>
        <p:spPr>
          <a:xfrm xmlns:a="http://schemas.openxmlformats.org/drawingml/2006/main">
            <a:off x="571500" y="1821656"/>
            <a:ext cx="5715000" cy="3214688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6b6a2fe9489b"/>
          <a:srcRect xmlns:a="http://schemas.openxmlformats.org/drawingml/2006/main" l="1042" t="0" r="10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19900" y="1504950"/>
            <a:ext cx="4476750" cy="2571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352AD-2786-444E-9312-F43E5DA3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577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Unity 2D 模块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A4129-F5A6-4AD8-91A3-8BE49A45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577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Player / Combat / Enemy / Rooms / UI / Dialogue / Craft / Skill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95FB6-B740-44C4-9171-A9180423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43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WebGL Build 可部署到 Render、Cloudflare Pages 或 GitHub Pages。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8AB5F-ABC4-4068-BBCE-3D245B83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08 / 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B08CBE-E95E-418F-AC92-E276DB6C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4908917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2026-06-15T12:36:32.9730000Z</dcterms:created>
  <dcterms:modified xsi:type="dcterms:W3CDTF">2026-06-15T12:36:32.9730000Z</dcterms:modified>
</coreProperties>
</file>