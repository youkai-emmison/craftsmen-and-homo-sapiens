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34de7296a7b4345" /><Relationship Type="http://schemas.openxmlformats.org/officeDocument/2006/relationships/extended-properties" Target="/docProps/app.xml" Id="Rbf587a2630f64d60" /><Relationship Type="http://schemas.openxmlformats.org/officeDocument/2006/relationships/officeDocument" Target="/ppt/presentation.xml" Id="Rb7e7144618504b2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0ea9d9ad5a842b2"/>
  </p:sldMasterIdLst>
  <p:notesMasterIdLst>
    <p:notesMasterId xmlns:r="http://schemas.openxmlformats.org/officeDocument/2006/relationships" r:id="Ra77f2976a27f4d5c"/>
  </p:notesMasterIdLst>
  <p:sldIdLst>
    <p:sldId xmlns:r="http://schemas.openxmlformats.org/officeDocument/2006/relationships" id="256" r:id="R3833e31487f24cca"/>
    <p:sldId xmlns:r="http://schemas.openxmlformats.org/officeDocument/2006/relationships" id="257" r:id="R9ff554b2b6724e96"/>
    <p:sldId xmlns:r="http://schemas.openxmlformats.org/officeDocument/2006/relationships" id="258" r:id="R88c8e208d91c4228"/>
    <p:sldId xmlns:r="http://schemas.openxmlformats.org/officeDocument/2006/relationships" id="259" r:id="R2602fcb8dfc94441"/>
    <p:sldId xmlns:r="http://schemas.openxmlformats.org/officeDocument/2006/relationships" id="260" r:id="Ra0cd86423aa6444c"/>
    <p:sldId xmlns:r="http://schemas.openxmlformats.org/officeDocument/2006/relationships" id="261" r:id="Re388f3d4f1b14b24"/>
    <p:sldId xmlns:r="http://schemas.openxmlformats.org/officeDocument/2006/relationships" id="262" r:id="R51403b895196457b"/>
    <p:sldId xmlns:r="http://schemas.openxmlformats.org/officeDocument/2006/relationships" id="263" r:id="R08edf79f9cef4158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73fded9822c43c2" /><Relationship Type="http://schemas.openxmlformats.org/officeDocument/2006/relationships/slideMaster" Target="/ppt/slideMasters/slideMaster1.xml" Id="Ra0ea9d9ad5a842b2" /><Relationship Type="http://schemas.openxmlformats.org/officeDocument/2006/relationships/notesMaster" Target="/ppt/notesMasters/notesMaster1.xml" Id="Ra77f2976a27f4d5c" /><Relationship Type="http://schemas.openxmlformats.org/officeDocument/2006/relationships/presProps" Target="/ppt/presProps.xml" Id="R31001c7d81a645a0" /><Relationship Type="http://schemas.openxmlformats.org/officeDocument/2006/relationships/tableStyles" Target="/ppt/tableStyles.xml" Id="Reaf35ac5e6fd4634" /><Relationship Type="http://schemas.openxmlformats.org/officeDocument/2006/relationships/slide" Target="/ppt/slides/slide1.xml" Id="R3833e31487f24cca" /><Relationship Type="http://schemas.openxmlformats.org/officeDocument/2006/relationships/slide" Target="/ppt/slides/slide2.xml" Id="R9ff554b2b6724e96" /><Relationship Type="http://schemas.openxmlformats.org/officeDocument/2006/relationships/slide" Target="/ppt/slides/slide3.xml" Id="R88c8e208d91c4228" /><Relationship Type="http://schemas.openxmlformats.org/officeDocument/2006/relationships/slide" Target="/ppt/slides/slide4.xml" Id="R2602fcb8dfc94441" /><Relationship Type="http://schemas.openxmlformats.org/officeDocument/2006/relationships/slide" Target="/ppt/slides/slide5.xml" Id="Ra0cd86423aa6444c" /><Relationship Type="http://schemas.openxmlformats.org/officeDocument/2006/relationships/slide" Target="/ppt/slides/slide6.xml" Id="Re388f3d4f1b14b24" /><Relationship Type="http://schemas.openxmlformats.org/officeDocument/2006/relationships/slide" Target="/ppt/slides/slide7.xml" Id="R51403b895196457b" /><Relationship Type="http://schemas.openxmlformats.org/officeDocument/2006/relationships/slide" Target="/ppt/slides/slide8.xml" Id="R08edf79f9cef415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b2dead137ed483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536d991b87e4d4b" /><Relationship Type="http://schemas.openxmlformats.org/officeDocument/2006/relationships/notesMaster" Target="/ppt/notesMasters/notesMaster1.xml" Id="R152af83db9c345e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3ce47525c5d46f5" /><Relationship Type="http://schemas.openxmlformats.org/officeDocument/2006/relationships/notesMaster" Target="/ppt/notesMasters/notesMaster1.xml" Id="Rec2969aeeec64e7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e867d4621ed4dad" /><Relationship Type="http://schemas.openxmlformats.org/officeDocument/2006/relationships/notesMaster" Target="/ppt/notesMasters/notesMaster1.xml" Id="R700fbf15e177413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bef3d1c353a488c" /><Relationship Type="http://schemas.openxmlformats.org/officeDocument/2006/relationships/notesMaster" Target="/ppt/notesMasters/notesMaster1.xml" Id="R5d1c8f90d4e346c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f207e7c34204ea3" /><Relationship Type="http://schemas.openxmlformats.org/officeDocument/2006/relationships/notesMaster" Target="/ppt/notesMasters/notesMaster1.xml" Id="Rc2ebd73f4b28442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b882b391a104318" /><Relationship Type="http://schemas.openxmlformats.org/officeDocument/2006/relationships/notesMaster" Target="/ppt/notesMasters/notesMaster1.xml" Id="R6b0b15d6f931429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2c680d39caf4a0d" /><Relationship Type="http://schemas.openxmlformats.org/officeDocument/2006/relationships/notesMaster" Target="/ppt/notesMasters/notesMaster1.xml" Id="R53ee8a63b260401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4b7650636944a14" /><Relationship Type="http://schemas.openxmlformats.org/officeDocument/2006/relationships/notesMaster" Target="/ppt/notesMasters/notesMaster1.xml" Id="R30b5e772e7144f7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a27de99b189497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38c4cb7d0814244" /><Relationship Type="http://schemas.openxmlformats.org/officeDocument/2006/relationships/slideLayout" Target="/ppt/slideLayouts/slideLayout1.xml" Id="R0cd866dcbc6346e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cd866dcbc6346e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39bc807a564326" /><Relationship Type="http://schemas.openxmlformats.org/officeDocument/2006/relationships/image" Target="/ppt/media/image.png" Id="R95c3e51902b9427d" /><Relationship Type="http://schemas.openxmlformats.org/officeDocument/2006/relationships/notesSlide" Target="/ppt/notesSlides/notesSlide1.xml" Id="R41d4044c7fe2420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34b585637a4471" /><Relationship Type="http://schemas.openxmlformats.org/officeDocument/2006/relationships/image" Target="/ppt/media/image2.png" Id="Ra22f403ef029433f" /><Relationship Type="http://schemas.openxmlformats.org/officeDocument/2006/relationships/image" Target="/ppt/media/image3.png" Id="R59a966f8e22e4215" /><Relationship Type="http://schemas.openxmlformats.org/officeDocument/2006/relationships/notesSlide" Target="/ppt/notesSlides/notesSlide2.xml" Id="Rb4ffe22595c2421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812aa3687a47fd" /><Relationship Type="http://schemas.openxmlformats.org/officeDocument/2006/relationships/image" Target="/ppt/media/image4.png" Id="Rbaa490ca272c4a5b" /><Relationship Type="http://schemas.openxmlformats.org/officeDocument/2006/relationships/notesSlide" Target="/ppt/notesSlides/notesSlide3.xml" Id="Rc81127a56efd482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b1a34d444d4d2d" /><Relationship Type="http://schemas.openxmlformats.org/officeDocument/2006/relationships/image" Target="/ppt/media/image5.png" Id="R1d5222a295b74ead" /><Relationship Type="http://schemas.openxmlformats.org/officeDocument/2006/relationships/notesSlide" Target="/ppt/notesSlides/notesSlide4.xml" Id="R01803767e8e04d5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89b919819143bc" /><Relationship Type="http://schemas.openxmlformats.org/officeDocument/2006/relationships/image" Target="/ppt/media/image6.png" Id="R5dc996e5552843e3" /><Relationship Type="http://schemas.openxmlformats.org/officeDocument/2006/relationships/notesSlide" Target="/ppt/notesSlides/notesSlide5.xml" Id="Raaedae6565f84e6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950b619b9741b3" /><Relationship Type="http://schemas.openxmlformats.org/officeDocument/2006/relationships/image" Target="/ppt/media/image7.png" Id="Rf1acca1593db4ef1" /><Relationship Type="http://schemas.openxmlformats.org/officeDocument/2006/relationships/image" Target="/ppt/media/image8.png" Id="R1afe6f6c86be4755" /><Relationship Type="http://schemas.openxmlformats.org/officeDocument/2006/relationships/notesSlide" Target="/ppt/notesSlides/notesSlide6.xml" Id="R1ce1e4117ad0423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0c0fb291dd444e" /><Relationship Type="http://schemas.openxmlformats.org/officeDocument/2006/relationships/image" Target="/ppt/media/image9.png" Id="Rc053998faa564c3f" /><Relationship Type="http://schemas.openxmlformats.org/officeDocument/2006/relationships/image" Target="/ppt/media/image10.png" Id="R29803dc01b184719" /><Relationship Type="http://schemas.openxmlformats.org/officeDocument/2006/relationships/image" Target="/ppt/media/image11.png" Id="R266caec460934e8b" /><Relationship Type="http://schemas.openxmlformats.org/officeDocument/2006/relationships/image" Target="/ppt/media/image12.png" Id="R078ccc10a19d46ca" /><Relationship Type="http://schemas.openxmlformats.org/officeDocument/2006/relationships/image" Target="/ppt/media/image13.png" Id="R6c9761e6d8194575" /><Relationship Type="http://schemas.openxmlformats.org/officeDocument/2006/relationships/image" Target="/ppt/media/image14.png" Id="Rc0d1b8d7d22b4181" /><Relationship Type="http://schemas.openxmlformats.org/officeDocument/2006/relationships/notesSlide" Target="/ppt/notesSlides/notesSlide7.xml" Id="R008704eb958b4fc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6e68fd2ed84bfc" /><Relationship Type="http://schemas.openxmlformats.org/officeDocument/2006/relationships/image" Target="/ppt/media/image15.png" Id="R81fee69794074545" /><Relationship Type="http://schemas.openxmlformats.org/officeDocument/2006/relationships/image" Target="/ppt/media/image16.png" Id="R17926133a3a94ed2" /><Relationship Type="http://schemas.openxmlformats.org/officeDocument/2006/relationships/notesSlide" Target="/ppt/notesSlides/notesSlide8.xml" Id="Rdc12e0d25d254b9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211B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c3e51902b9427d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8ED3CF-906D-4ABB-90AA-C476B8573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953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1B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DB8529-8F31-4355-BC6D-3416017D7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52500"/>
            <a:ext cx="4000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能工智人：糖芯工坊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8E9F08-EA8C-4058-B4C1-6D21392C3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09800"/>
            <a:ext cx="3810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DDF4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DDF4FF"/>
                </a:solidFill>
                <a:latin typeface="Microsoft YaHei"/>
                <a:ea typeface="Microsoft YaHei"/>
                <a:cs typeface="Microsoft YaHei"/>
              </a:rPr>
              <a:t>Craftsmen and Homo Sapiens:</a:t>
            </a:r>
          </a:p>
          <a:p xmlns:a="http://schemas.openxmlformats.org/drawingml/2006/main">
            <a:pPr>
              <a:defRPr sz="1650" b="1">
                <a:solidFill>
                  <a:srgbClr val="DDF4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DDF4FF"/>
                </a:solidFill>
                <a:latin typeface="Microsoft YaHei"/>
                <a:ea typeface="Microsoft YaHei"/>
                <a:cs typeface="Microsoft YaHei"/>
              </a:rPr>
              <a:t>The Candy Forge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EFE48E-91C6-4C23-BA2F-24A606D3F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00400"/>
            <a:ext cx="333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B4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B4D1"/>
                </a:solidFill>
                <a:latin typeface="Microsoft YaHei"/>
                <a:ea typeface="Microsoft YaHei"/>
                <a:cs typeface="Microsoft YaHei"/>
              </a:rPr>
              <a:t>叙事类游戏 / Narrative Games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42118E-857D-4D66-8B26-B23E89D86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790950"/>
            <a:ext cx="3638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理工男穿越成异世界女仆工程师，用糖果材料搓科技，打败 Boss 找到回家的路。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1606F9-4BFF-441E-A030-1EDE860E5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581650"/>
            <a:ext cx="3714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FFF4E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>
                <a:solidFill>
                  <a:srgbClr val="FFF4E4"/>
                </a:solidFill>
                <a:latin typeface="Microsoft YaHei"/>
                <a:ea typeface="Microsoft YaHei"/>
                <a:cs typeface="Microsoft YaHei"/>
              </a:rPr>
              <a:t>Team：落云宗    成员：秦天 / 陈磊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D0B4A5-3F46-4DFD-A906-6B0503C16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8674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FFF4E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>
                <a:solidFill>
                  <a:srgbClr val="FFF4E4"/>
                </a:solidFill>
                <a:latin typeface="Microsoft YaHei"/>
                <a:ea typeface="Microsoft YaHei"/>
                <a:cs typeface="Microsoft YaHei"/>
              </a:rPr>
              <a:t>Demo Link：待回填</a:t>
            </a:r>
          </a:p>
        </p:txBody>
      </p:sp>
    </p:spTree>
    <p:extLst>
      <p:ext uri="{BB962C8B-B14F-4D97-AF65-F5344CB8AC3E}">
        <p14:creationId xmlns:p14="http://schemas.microsoft.com/office/powerpoint/2010/main" val="196351274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8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EEC19ED-74B5-4A13-B955-DB7102D27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4095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rPr>
              <a:t>世界观：糖芯工坊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9A9E03-20E2-46F4-8523-C7FED423E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066800"/>
            <a:ext cx="847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rPr>
              <a:t>理工男穿越成异世界女仆工程师，用工程学、番剧储备和糖果材料搓科技，打败 Boss 找到回家的路。</a:t>
            </a:r>
          </a:p>
        </p:txBody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2f403ef029433f"/>
          <a:srcRect xmlns:a="http://schemas.openxmlformats.org/drawingml/2006/main" l="3437" t="0" r="3437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2450" y="1638300"/>
            <a:ext cx="5676900" cy="3429000"/>
          </a:xfrm>
          <a:prstGeom xmlns:a="http://schemas.openxmlformats.org/drawingml/2006/main" prst="rect">
            <a:avLst/>
          </a:prstGeom>
        </p:spPr>
      </p:pic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a966f8e22e4215"/>
          <a:srcRect xmlns:a="http://schemas.openxmlformats.org/drawingml/2006/main" l="0" t="11331" r="0" b="1133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81050" y="4324350"/>
            <a:ext cx="3371850" cy="14668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504F70-82B3-4CAB-907C-87AC6ECAF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38300"/>
            <a:ext cx="4324350" cy="400050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F80B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B03512-EDA4-4C64-9110-50A759964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943100"/>
            <a:ext cx="3162300" cy="125730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F80B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F7B5AA-071A-485E-BB65-E8920C95E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17170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0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306D1D-D9E8-4016-8E82-6FD2302FA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085975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63489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634893"/>
                </a:solidFill>
                <a:latin typeface="Microsoft YaHei"/>
                <a:ea typeface="Microsoft YaHei"/>
                <a:cs typeface="Microsoft YaHei"/>
              </a:rPr>
              <a:t>穿越身份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82D722-20D7-4522-BEC5-B8B05E940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495550"/>
            <a:ext cx="2628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rPr>
              <a:t>现实世界的理工男大学生意外穿越，被糖芯系统误绑定为“见习女仆工程师”。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F180E0-9DD7-4E96-978E-E675F2B16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181350"/>
            <a:ext cx="3162300" cy="125730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74CD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F461CA-0F12-4B89-BFD5-D3EB84F79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40995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4C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D9B956-1849-49E2-A8CA-E26BE10EC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324225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63489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634893"/>
                </a:solidFill>
                <a:latin typeface="Microsoft YaHei"/>
                <a:ea typeface="Microsoft YaHei"/>
                <a:cs typeface="Microsoft YaHei"/>
              </a:rPr>
              <a:t>糖果规则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27BD8A-2CDD-4487-A66A-6493EA5EE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733800"/>
            <a:ext cx="2628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rPr>
              <a:t>甜点不是食物，而是能源、武器、材料和技能。怪物掉落材料可合成装备与道具。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E4973B7-FB60-4447-AE3C-3D46349E6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419600"/>
            <a:ext cx="3162300" cy="125730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7FE3B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5C6C7C0-B7DD-4D49-B719-4766AB289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464820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E3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0F5F28-D2E7-4A7D-9568-B2E86649F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562475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63489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634893"/>
                </a:solidFill>
                <a:latin typeface="Microsoft YaHei"/>
                <a:ea typeface="Microsoft YaHei"/>
                <a:cs typeface="Microsoft YaHei"/>
              </a:rPr>
              <a:t>回家目标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D6191E-3B93-443D-8B6D-53EAD4848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4972050"/>
            <a:ext cx="2628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rPr>
              <a:t>修复糖芯传送装置，击败污染糖芯炉的糖蚀巫师，重新打开回到现实世界的传送门。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66E9675-5FDB-456A-9AEA-7BB42FD53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800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80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80B8"/>
                </a:solidFill>
                <a:latin typeface="Microsoft YaHei"/>
                <a:ea typeface="Microsoft YaHei"/>
                <a:cs typeface="Microsoft YaHei"/>
              </a:rPr>
              <a:t>02 / 08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2919129-4B74-44B6-A094-8D4FBBF57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651510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rPr>
              <a:t>能工智人：糖芯工坊 | 落云宗：秦天 / 陈磊</a:t>
            </a:r>
          </a:p>
        </p:txBody>
      </p:sp>
    </p:spTree>
    <p:extLst>
      <p:ext uri="{BB962C8B-B14F-4D97-AF65-F5344CB8AC3E}">
        <p14:creationId xmlns:p14="http://schemas.microsoft.com/office/powerpoint/2010/main" val="19241769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8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a490ca272c4a5b"/>
          <a:srcRect xmlns:a="http://schemas.openxmlformats.org/drawingml/2006/main" l="8984" t="0" r="8984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14350" y="914400"/>
            <a:ext cx="6667500" cy="4572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0D7E63-EBF8-4F11-BAA8-5FE7AE310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047750"/>
            <a:ext cx="304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rPr>
              <a:t>游戏是什么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187965-3ABB-4AEB-BD56-0D5E5A4F9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752600"/>
            <a:ext cx="3238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rPr>
              <a:t>玩家在糖果异世界中推进房间，一边移动、跳跃和战斗，一边读取糖芯工坊日志寻找回家的线索。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DF050D-4B4C-46A9-A593-0690D36DA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219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0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00A7B1-5F62-47DF-841E-25337A237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14325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rPr>
              <a:t>横版动作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B40882-3F93-480A-849A-B9AE335B6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8100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4C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2EC422-53B6-421D-97CA-9EBD40CE3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73380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rPr>
              <a:t>房间推进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D33E5D-B089-4B24-9A53-A13E3D510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4005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489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DAEFF6-241D-4136-AC58-ACC0B1B34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32435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rPr>
              <a:t>AI 记忆日志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7BE26D-B25D-41C9-83E6-C30B9F012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800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80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80B8"/>
                </a:solidFill>
                <a:latin typeface="Microsoft YaHei"/>
                <a:ea typeface="Microsoft YaHei"/>
                <a:cs typeface="Microsoft YaHei"/>
              </a:rPr>
              <a:t>03 / 08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3C1616-9787-43B3-96C0-A14A73227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651510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rPr>
              <a:t>能工智人：糖芯工坊 | 落云宗：秦天 / 陈磊</a:t>
            </a:r>
          </a:p>
        </p:txBody>
      </p:sp>
    </p:spTree>
    <p:extLst>
      <p:ext uri="{BB962C8B-B14F-4D97-AF65-F5344CB8AC3E}">
        <p14:creationId xmlns:p14="http://schemas.microsoft.com/office/powerpoint/2010/main" val="39570299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8612395-566B-40BA-BD6A-A1C1F5C08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3400"/>
            <a:ext cx="476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rPr>
              <a:t>AI 叙事进入游戏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E96ADF-F807-474B-B8FD-D95862883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04900"/>
            <a:ext cx="742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rPr>
              <a:t>真实 NPC 对话截图说明：AI 生成内容进入 UI 与流程，而不是只停留在文档里。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5222a295b74ead"/>
          <a:srcRect xmlns:a="http://schemas.openxmlformats.org/drawingml/2006/main" l="291" t="0" r="29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9600" y="1695450"/>
            <a:ext cx="7239000" cy="4095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F377C9-7950-43C4-A077-05EF1613D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695450"/>
            <a:ext cx="3124200" cy="409575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F80B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226C08-8CE2-463C-A2DF-99A472F2D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076450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63489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634893"/>
                </a:solidFill>
                <a:latin typeface="Microsoft YaHei"/>
                <a:ea typeface="Microsoft YaHei"/>
                <a:cs typeface="Microsoft YaHei"/>
              </a:rPr>
              <a:t>AI 生成内容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E798E2-E55E-4439-B65B-55B0F58CE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8575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0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82111B-7421-4DBA-93F4-61AC03C14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78130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rPr>
              <a:t>糖果异世界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2B7EFF-609E-4DA0-B637-6A940993A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4480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4C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B28E9D-0A57-4507-906E-94580D238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37185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rPr>
              <a:t>糖芯工坊日志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0D3BA7-0CDB-488E-9DF6-9352DF57F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0386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489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DBBAC9-D470-47E9-BB1E-259D6A6B8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96240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rPr>
              <a:t>Boss 背景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79B2B3-764B-421F-8B34-A1D6544C8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6291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0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AA104E-9ED7-442F-B198-F9C096144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55295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rPr>
              <a:t>结局文本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07EA1C-941D-4821-B307-7214B1C0F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800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80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80B8"/>
                </a:solidFill>
                <a:latin typeface="Microsoft YaHei"/>
                <a:ea typeface="Microsoft YaHei"/>
                <a:cs typeface="Microsoft YaHei"/>
              </a:rPr>
              <a:t>04 / 08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1DD1D6-A00E-472A-A39D-18745514B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651510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rPr>
              <a:t>能工智人：糖芯工坊 | 落云宗：秦天 / 陈磊</a:t>
            </a:r>
          </a:p>
        </p:txBody>
      </p:sp>
    </p:spTree>
    <p:extLst>
      <p:ext uri="{BB962C8B-B14F-4D97-AF65-F5344CB8AC3E}">
        <p14:creationId xmlns:p14="http://schemas.microsoft.com/office/powerpoint/2010/main" val="158325210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8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A652907-1527-445C-9D34-275F4E128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09600"/>
            <a:ext cx="476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rPr>
              <a:t>背包、装备与成长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c996e5552843e3"/>
          <a:srcRect xmlns:a="http://schemas.openxmlformats.org/drawingml/2006/main" l="2907" t="0" r="2907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9600" y="1409700"/>
            <a:ext cx="6858000" cy="4095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A2F386-5458-49A4-9D6A-7DCD8CC3C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485900"/>
            <a:ext cx="3238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rPr>
              <a:t>系统在 Demo 中承担“变强”的可见反馈。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DB17C4-4BFD-4D98-A92A-41D41F0E5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5527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0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C2D451-D17E-4292-872D-DD8A086F1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47650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rPr>
              <a:t>装备说明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8F47F5-84D8-4B68-89EF-182E184E5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1432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4C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0DC5FC-702D-408E-ADE3-F03B78780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6705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rPr>
              <a:t>角色属性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E8AC20-B645-48AE-8CF6-BAC0942DD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7338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489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3F4BDB-526D-49D4-BF36-04E9F3B3F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65760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rPr>
              <a:t>道具与材料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B4B2C0-1DE6-4D79-A018-6F2F8E9F7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3243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0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1F4B861-FBDB-4860-9D78-9FB017D7B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24815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rPr>
              <a:t>战斗数值成长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BB9712-ABAD-475D-A754-15F4090A5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800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80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80B8"/>
                </a:solidFill>
                <a:latin typeface="Microsoft YaHei"/>
                <a:ea typeface="Microsoft YaHei"/>
                <a:cs typeface="Microsoft YaHei"/>
              </a:rPr>
              <a:t>05 / 08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528C3B-66DC-4F34-A9DB-39B0D736A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651510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rPr>
              <a:t>能工智人：糖芯工坊 | 落云宗：秦天 / 陈磊</a:t>
            </a:r>
          </a:p>
        </p:txBody>
      </p:sp>
    </p:spTree>
    <p:extLst>
      <p:ext uri="{BB962C8B-B14F-4D97-AF65-F5344CB8AC3E}">
        <p14:creationId xmlns:p14="http://schemas.microsoft.com/office/powerpoint/2010/main" val="34328108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4E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DDE60F7-AAA9-4AC9-B5D9-C0C0FF7B0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5300"/>
            <a:ext cx="4095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rPr>
              <a:t>合成与技能树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FD47E6-4491-42FF-BD44-7F8FC272B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7048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63489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34893"/>
                </a:solidFill>
                <a:latin typeface="Microsoft YaHei"/>
                <a:ea typeface="Microsoft YaHei"/>
                <a:cs typeface="Microsoft YaHei"/>
              </a:rPr>
              <a:t>材料掉落 -&gt; 合成道具 -&gt; 学习技能 -&gt; 强化战斗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acca1593db4ef1"/>
          <a:srcRect xmlns:a="http://schemas.openxmlformats.org/drawingml/2006/main" l="10473" t="0" r="1047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8650" y="1657350"/>
            <a:ext cx="4953000" cy="35242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9F68EA-7703-4323-A66D-68F78E6F4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53530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63489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634893"/>
                </a:solidFill>
                <a:latin typeface="Microsoft YaHei"/>
                <a:ea typeface="Microsoft YaHei"/>
                <a:cs typeface="Microsoft YaHei"/>
              </a:rPr>
              <a:t>Crafting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04F2BF-1D70-419F-9BA0-9444F9DA3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143250"/>
            <a:ext cx="47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80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FF80B8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fe6f6c86be4755"/>
          <a:srcRect xmlns:a="http://schemas.openxmlformats.org/drawingml/2006/main" l="10473" t="0" r="1047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72250" y="1657350"/>
            <a:ext cx="4953000" cy="35242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17E326-6ADB-4210-8C03-B7702A4CF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3530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63489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634893"/>
                </a:solidFill>
                <a:latin typeface="Microsoft YaHei"/>
                <a:ea typeface="Microsoft YaHei"/>
                <a:cs typeface="Microsoft YaHei"/>
              </a:rPr>
              <a:t>Skill Tree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F3DD4B-C866-4815-9E9F-53361F4E2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800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80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80B8"/>
                </a:solidFill>
                <a:latin typeface="Microsoft YaHei"/>
                <a:ea typeface="Microsoft YaHei"/>
                <a:cs typeface="Microsoft YaHei"/>
              </a:rPr>
              <a:t>06 / 08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215DAB-389D-4889-BD30-DEC1A8959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651510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rPr>
              <a:t>能工智人：糖芯工坊 | 落云宗：秦天 / 陈磊</a:t>
            </a:r>
          </a:p>
        </p:txBody>
      </p:sp>
    </p:spTree>
    <p:extLst>
      <p:ext uri="{BB962C8B-B14F-4D97-AF65-F5344CB8AC3E}">
        <p14:creationId xmlns:p14="http://schemas.microsoft.com/office/powerpoint/2010/main" val="104356477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8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9953624-99EF-407A-830B-F998BCE8E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4095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rPr>
              <a:t>Demo 视频讲解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C89937-254F-42F0-AB3C-58C0241D5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02870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rPr>
              <a:t>3–5 分钟视频展示完整游戏闭环：穿越开场、NPC 对话、战斗、成长、合成、Boss 战与结局。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53998faa564c3f"/>
          <a:srcRect xmlns:a="http://schemas.openxmlformats.org/drawingml/2006/main" l="0" t="5556" r="0" b="555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8650" y="1619250"/>
            <a:ext cx="3314700" cy="16573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234669-64C6-442A-9507-94F5F5DE7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3718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rPr>
              <a:t>0:00 移动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803dc01b184719"/>
          <a:srcRect xmlns:a="http://schemas.openxmlformats.org/drawingml/2006/main" l="0" t="5556" r="0" b="555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419600" y="1619250"/>
            <a:ext cx="3314700" cy="16573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9F8A50-4D95-4B80-B35A-9AAA9C585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3718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rPr>
              <a:t>0:30 对话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6caec460934e8b"/>
          <a:srcRect xmlns:a="http://schemas.openxmlformats.org/drawingml/2006/main" l="0" t="5556" r="0" b="555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210550" y="1619250"/>
            <a:ext cx="3314700" cy="16573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857167-5563-4A6D-8D40-7B5DABC6F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3718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rPr>
              <a:t>1:30 背包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8ccc10a19d46ca"/>
          <a:srcRect xmlns:a="http://schemas.openxmlformats.org/drawingml/2006/main" l="0" t="5556" r="0" b="555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8650" y="3771900"/>
            <a:ext cx="3314700" cy="165735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66A824-B178-4DEA-BD23-88E1A1378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5245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rPr>
              <a:t>2:00 合成</a:t>
            </a:r>
          </a:p>
        </p:txBody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9761e6d8194575"/>
          <a:srcRect xmlns:a="http://schemas.openxmlformats.org/drawingml/2006/main" l="0" t="5556" r="0" b="555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419600" y="3771900"/>
            <a:ext cx="3314700" cy="1657350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C15B62-259C-4DB2-A9A9-BBB708557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55245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rPr>
              <a:t>2:30 技能</a:t>
            </a:r>
          </a:p>
        </p:txBody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d1b8d7d22b4181"/>
          <a:srcRect xmlns:a="http://schemas.openxmlformats.org/drawingml/2006/main" l="0" t="5556" r="0" b="555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210550" y="3771900"/>
            <a:ext cx="3314700" cy="1657350"/>
          </a:xfrm>
          <a:prstGeom xmlns:a="http://schemas.openxmlformats.org/drawingml/2006/main" prst="rect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5806DD-10C9-41FC-B0CE-31EA64810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55245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rPr>
              <a:t>3:30 Boss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961B74-CC82-4FBF-99A6-79D6A7EFD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800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80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80B8"/>
                </a:solidFill>
                <a:latin typeface="Microsoft YaHei"/>
                <a:ea typeface="Microsoft YaHei"/>
                <a:cs typeface="Microsoft YaHei"/>
              </a:rPr>
              <a:t>07 / 08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AA785F3-D5C4-478C-887A-B0BA37EC4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651510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rPr>
              <a:t>能工智人：糖芯工坊 | 落云宗：秦天 / 陈磊</a:t>
            </a:r>
          </a:p>
        </p:txBody>
      </p:sp>
    </p:spTree>
    <p:extLst>
      <p:ext uri="{BB962C8B-B14F-4D97-AF65-F5344CB8AC3E}">
        <p14:creationId xmlns:p14="http://schemas.microsoft.com/office/powerpoint/2010/main" val="91456440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964289F-B8A8-4817-A14A-5C0B3F1E1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3400"/>
            <a:ext cx="495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rPr>
              <a:t>技术结构与部署准备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D5E2B8-C39C-4301-88D0-D6FA56406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19200"/>
            <a:ext cx="6191250" cy="476250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74CDFF"/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fee69794074545"/>
          <a:stretch xmlns:a="http://schemas.openxmlformats.org/drawingml/2006/main"/>
        </p:blipFill>
        <p:spPr>
          <a:xfrm xmlns:a="http://schemas.openxmlformats.org/drawingml/2006/main">
            <a:off x="628650" y="1955602"/>
            <a:ext cx="5848350" cy="328969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A76B59-D5C7-4008-A6D5-DE7DD6F99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1219200"/>
            <a:ext cx="4762500" cy="476250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F80B8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926133a3a94ed2"/>
          <a:srcRect xmlns:a="http://schemas.openxmlformats.org/drawingml/2006/main" l="727" t="0" r="727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162800" y="1466850"/>
            <a:ext cx="4305300" cy="24574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C90912-4FD2-443C-ACA9-AFFA62D7A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2100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63489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634893"/>
                </a:solidFill>
                <a:latin typeface="Microsoft YaHei"/>
                <a:ea typeface="Microsoft YaHei"/>
                <a:cs typeface="Microsoft YaHei"/>
              </a:rPr>
              <a:t>Unity 2D 模块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663E47-5A92-4EBF-A03D-FE65117F4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610100"/>
            <a:ext cx="3905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rPr>
              <a:t>Player / Combat / Enemy / Rooms / UI / Dialogue / Craft / Skill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7778C7-A43B-4998-BE55-2FE0B855F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257800"/>
            <a:ext cx="390525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211B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F75648-2158-4BAE-BB5E-A58AAE0AD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5381625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WebGL Build：Render / Cloudflare Pages / GitHub Pages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3E7B2A-BA7F-4767-A2C3-01A67C810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800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80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80B8"/>
                </a:solidFill>
                <a:latin typeface="Microsoft YaHei"/>
                <a:ea typeface="Microsoft YaHei"/>
                <a:cs typeface="Microsoft YaHei"/>
              </a:rPr>
              <a:t>08 / 08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7B568E-8EF7-4B9D-89A7-80BB16432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651510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rPr>
              <a:t>能工智人：糖芯工坊 | 落云宗：秦天 / 陈磊</a:t>
            </a:r>
          </a:p>
        </p:txBody>
      </p:sp>
    </p:spTree>
    <p:extLst>
      <p:ext uri="{BB962C8B-B14F-4D97-AF65-F5344CB8AC3E}">
        <p14:creationId xmlns:p14="http://schemas.microsoft.com/office/powerpoint/2010/main" val="135217860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2026-06-15T12:49:35.3810000Z</dcterms:created>
  <dcterms:modified xsi:type="dcterms:W3CDTF">2026-06-15T12:49:35.3810000Z</dcterms:modified>
</coreProperties>
</file>