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7504a9ecdc4312" /><Relationship Type="http://schemas.openxmlformats.org/officeDocument/2006/relationships/extended-properties" Target="/docProps/app.xml" Id="R201611cc21c44dfb" /><Relationship Type="http://schemas.openxmlformats.org/officeDocument/2006/relationships/officeDocument" Target="/ppt/presentation.xml" Id="R3542475649f14c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d3313fe76f4645"/>
  </p:sldMasterIdLst>
  <p:notesMasterIdLst>
    <p:notesMasterId xmlns:r="http://schemas.openxmlformats.org/officeDocument/2006/relationships" r:id="R8074d75395a24bc5"/>
  </p:notesMasterIdLst>
  <p:sldIdLst>
    <p:sldId xmlns:r="http://schemas.openxmlformats.org/officeDocument/2006/relationships" id="256" r:id="R534b315e6ea7443f"/>
    <p:sldId xmlns:r="http://schemas.openxmlformats.org/officeDocument/2006/relationships" id="257" r:id="Re82593655d52463c"/>
    <p:sldId xmlns:r="http://schemas.openxmlformats.org/officeDocument/2006/relationships" id="258" r:id="Rfa7f637142f74f2a"/>
    <p:sldId xmlns:r="http://schemas.openxmlformats.org/officeDocument/2006/relationships" id="259" r:id="R1dc226efe3a14f4e"/>
    <p:sldId xmlns:r="http://schemas.openxmlformats.org/officeDocument/2006/relationships" id="260" r:id="R07ec01115e664c15"/>
    <p:sldId xmlns:r="http://schemas.openxmlformats.org/officeDocument/2006/relationships" id="261" r:id="R037da538d4ce406f"/>
    <p:sldId xmlns:r="http://schemas.openxmlformats.org/officeDocument/2006/relationships" id="262" r:id="R05dbf3ddac2d43d7"/>
    <p:sldId xmlns:r="http://schemas.openxmlformats.org/officeDocument/2006/relationships" id="263" r:id="R30f39c0122a440bc"/>
    <p:sldId xmlns:r="http://schemas.openxmlformats.org/officeDocument/2006/relationships" id="264" r:id="R7b577cb7dbfd4073"/>
    <p:sldId xmlns:r="http://schemas.openxmlformats.org/officeDocument/2006/relationships" id="265" r:id="R3a0538a55fe241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5ec89ec4d84889" /><Relationship Type="http://schemas.openxmlformats.org/officeDocument/2006/relationships/slideMaster" Target="/ppt/slideMasters/slideMaster1.xml" Id="R1ad3313fe76f4645" /><Relationship Type="http://schemas.openxmlformats.org/officeDocument/2006/relationships/notesMaster" Target="/ppt/notesMasters/notesMaster1.xml" Id="R8074d75395a24bc5" /><Relationship Type="http://schemas.openxmlformats.org/officeDocument/2006/relationships/presProps" Target="/ppt/presProps.xml" Id="Rf17b038622074cfc" /><Relationship Type="http://schemas.openxmlformats.org/officeDocument/2006/relationships/tableStyles" Target="/ppt/tableStyles.xml" Id="Rcfee9a9828d04a7e" /><Relationship Type="http://schemas.openxmlformats.org/officeDocument/2006/relationships/slide" Target="/ppt/slides/slide1.xml" Id="R534b315e6ea7443f" /><Relationship Type="http://schemas.openxmlformats.org/officeDocument/2006/relationships/slide" Target="/ppt/slides/slide2.xml" Id="Re82593655d52463c" /><Relationship Type="http://schemas.openxmlformats.org/officeDocument/2006/relationships/slide" Target="/ppt/slides/slide3.xml" Id="Rfa7f637142f74f2a" /><Relationship Type="http://schemas.openxmlformats.org/officeDocument/2006/relationships/slide" Target="/ppt/slides/slide4.xml" Id="R1dc226efe3a14f4e" /><Relationship Type="http://schemas.openxmlformats.org/officeDocument/2006/relationships/slide" Target="/ppt/slides/slide5.xml" Id="R07ec01115e664c15" /><Relationship Type="http://schemas.openxmlformats.org/officeDocument/2006/relationships/slide" Target="/ppt/slides/slide6.xml" Id="R037da538d4ce406f" /><Relationship Type="http://schemas.openxmlformats.org/officeDocument/2006/relationships/slide" Target="/ppt/slides/slide7.xml" Id="R05dbf3ddac2d43d7" /><Relationship Type="http://schemas.openxmlformats.org/officeDocument/2006/relationships/slide" Target="/ppt/slides/slide8.xml" Id="R30f39c0122a440bc" /><Relationship Type="http://schemas.openxmlformats.org/officeDocument/2006/relationships/slide" Target="/ppt/slides/slide9.xml" Id="R7b577cb7dbfd4073" /><Relationship Type="http://schemas.openxmlformats.org/officeDocument/2006/relationships/slide" Target="/ppt/slides/slide10.xml" Id="R3a0538a55fe241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bff388fc7d4d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987f99c1724c57" /><Relationship Type="http://schemas.openxmlformats.org/officeDocument/2006/relationships/notesMaster" Target="/ppt/notesMasters/notesMaster1.xml" Id="Rcbe026c07fe744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eb3c304c0c4398" /><Relationship Type="http://schemas.openxmlformats.org/officeDocument/2006/relationships/notesMaster" Target="/ppt/notesMasters/notesMaster1.xml" Id="R0fb02963e8bd48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4970b11d3140a8" /><Relationship Type="http://schemas.openxmlformats.org/officeDocument/2006/relationships/notesMaster" Target="/ppt/notesMasters/notesMaster1.xml" Id="Rf72eb4b22e9548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1b135b30a04185" /><Relationship Type="http://schemas.openxmlformats.org/officeDocument/2006/relationships/notesMaster" Target="/ppt/notesMasters/notesMaster1.xml" Id="Rc402b6c7e5234c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dbaa7fcb554fe1" /><Relationship Type="http://schemas.openxmlformats.org/officeDocument/2006/relationships/notesMaster" Target="/ppt/notesMasters/notesMaster1.xml" Id="Rcb26b1825a0a4f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95026cd1354423" /><Relationship Type="http://schemas.openxmlformats.org/officeDocument/2006/relationships/notesMaster" Target="/ppt/notesMasters/notesMaster1.xml" Id="R0ffe24f28b2043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5804a01af44ebc" /><Relationship Type="http://schemas.openxmlformats.org/officeDocument/2006/relationships/notesMaster" Target="/ppt/notesMasters/notesMaster1.xml" Id="R7fea52326e8742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96082d1d174338" /><Relationship Type="http://schemas.openxmlformats.org/officeDocument/2006/relationships/notesMaster" Target="/ppt/notesMasters/notesMaster1.xml" Id="R2e8fb9c8994947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602dbe84ad4ad8" /><Relationship Type="http://schemas.openxmlformats.org/officeDocument/2006/relationships/notesMaster" Target="/ppt/notesMasters/notesMaster1.xml" Id="R312d6ccffde241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8782a1e98d4a62" /><Relationship Type="http://schemas.openxmlformats.org/officeDocument/2006/relationships/notesMaster" Target="/ppt/notesMasters/notesMaster1.xml" Id="R6ba66c5d4c1b4f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ff88be7ce4a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6f70ba0d6545fd" /><Relationship Type="http://schemas.openxmlformats.org/officeDocument/2006/relationships/slideLayout" Target="/ppt/slideLayouts/slideLayout1.xml" Id="R7d7bf2ce543a46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7bf2ce543a46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ff860acbc4506" /><Relationship Type="http://schemas.openxmlformats.org/officeDocument/2006/relationships/notesSlide" Target="/ppt/notesSlides/notesSlide1.xml" Id="Rc8c2d7f8d5724f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3a2d375184581" /><Relationship Type="http://schemas.openxmlformats.org/officeDocument/2006/relationships/notesSlide" Target="/ppt/notesSlides/notesSlide2.xml" Id="Rec0fb02d99cf48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aaf6209d24509" /><Relationship Type="http://schemas.openxmlformats.org/officeDocument/2006/relationships/notesSlide" Target="/ppt/notesSlides/notesSlide3.xml" Id="R9feab30bac9546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3c398617d4cf3" /><Relationship Type="http://schemas.openxmlformats.org/officeDocument/2006/relationships/notesSlide" Target="/ppt/notesSlides/notesSlide4.xml" Id="R3bfba2c1f4e748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d18d8cda54a13" /><Relationship Type="http://schemas.openxmlformats.org/officeDocument/2006/relationships/notesSlide" Target="/ppt/notesSlides/notesSlide5.xml" Id="R5961c35b6f4d4d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79b2c9ced4f0b" /><Relationship Type="http://schemas.openxmlformats.org/officeDocument/2006/relationships/notesSlide" Target="/ppt/notesSlides/notesSlide6.xml" Id="Rbba9ee8b44504c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2664008dd4b27" /><Relationship Type="http://schemas.openxmlformats.org/officeDocument/2006/relationships/notesSlide" Target="/ppt/notesSlides/notesSlide7.xml" Id="Ra78cfc2365aa41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eab6f3bb1403b" /><Relationship Type="http://schemas.openxmlformats.org/officeDocument/2006/relationships/notesSlide" Target="/ppt/notesSlides/notesSlide8.xml" Id="R61b65e176bb34d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14d3a1574481f" /><Relationship Type="http://schemas.openxmlformats.org/officeDocument/2006/relationships/notesSlide" Target="/ppt/notesSlides/notesSlide9.xml" Id="R89bf15a82f5341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11fb506a44aa2" /><Relationship Type="http://schemas.openxmlformats.org/officeDocument/2006/relationships/notesSlide" Target="/ppt/notesSlides/notesSlide10.xml" Id="Rdd510c6782ae43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EC285C-1FBF-4B1D-B654-81FB26FE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B1E10-D132-460F-8AA6-B1895215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8E58D-091D-41C0-A07D-69CB3561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0C0C8-276B-4799-9C90-E04C08A2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515B6-DE0E-45A7-BB9C-E6B12597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D664D-EDBC-486D-B01A-ACD8E10A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6CC7F-6187-4FB2-9DCF-6AD081AB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DA5CF-BF33-408A-93DF-B9920A45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31021-C980-44EC-8ABC-19956234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18FB7-4C51-4693-A09E-49C526FE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07732-01B2-4FAA-966F-94F16685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31173-EFDF-473C-9C4C-5F1DBB67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12740E-EBC1-42E1-A435-2D0C4CA8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4DCA7-771E-4B4C-869C-20445082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CAAD80-4CE6-4800-9ACA-8F74FEE4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84D29-98C8-47A0-97D6-736F2154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9D3ED-5ABA-4973-AF4A-9466E54C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9880C-D07C-4F0F-9E13-3FA3FAA5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D80B5F-949B-4B32-9B5D-ABA96369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C01D8F-8F45-49D8-83AF-DF0340D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494CAE-8A11-4AB8-8629-F1901DA0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01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192DE-BB30-4EB4-999E-AA6585BB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4E3876"/>
                </a:solidFill>
              </a:defRPr>
            </a:pPr>
            <a:r>
              <a:rPr sz="3450" b="1">
                <a:solidFill>
                  <a:srgbClr val="4E3876"/>
                </a:solidFill>
              </a:rPr>
              <a:t>能工智人：遗忘工坊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E8A28-FCDE-4D0E-9D90-81F0CF15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AI 叙事驱动的横版动作冒险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FB3FB5-DF19-4F86-BB70-940DE10F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5A0DB4-4B66-4503-9C98-B7706D55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DDD01D-EDAE-4A11-AC19-B94494DB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叙事类游戏 / Narrative Games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9C4C16-67C0-4B73-B01B-4D78A3ED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F44DD0-1E01-4B73-A2FE-CBE9A5E5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390118-3763-46D9-BADE-643AF4A2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地下工坊、记忆日志、可爱风横版战斗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811B49-C09C-4C89-8BAD-5E112972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AE24A8-CF86-4A5C-ACD1-E5125A68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19C5B0-9827-4C12-B586-70D91D2C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Demo Link / Team：待回填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604958-D1AB-404F-96F0-5CBDB45E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208748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D27389-ED10-467D-A7DA-BE92F8AC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D46CE-4E2A-423B-B5B9-180455D7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8765B-E3EB-448E-A90C-78794D9E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31EBF-8320-400D-908D-570D7AE1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9E7E1-734A-4846-BDCF-9620B8C1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5301A-0AFE-4899-BBA7-9E371096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EF0BCF-93CF-402F-83B1-7CD37A3D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D8B3A-667B-4E12-8501-6529D1D4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EF1F6-DDAA-49E4-A1F2-3267F264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7872C-3CC4-4A45-9F67-48BDA587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99A17-D872-4165-9B03-CB64A96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6D9EA-8A9A-4750-89BB-26859C0A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25C6B-9FAA-4C00-BF11-9ED096BC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4226D-8E64-4A01-853B-119D8540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5BB11-4B66-4D15-85ED-9E03B712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06814-A2FA-4B22-B8B6-8F3B14F1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2A2ED-C4EC-46CC-AAE8-8B20FB7E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A75A4-93EA-4205-A955-AACDF57F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F17C3-D291-4C62-B299-E40DF22C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1873A5-7CBF-4264-A7D7-E6D92988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116231-293A-41F2-842F-DCC787E6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02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DB4070-8767-4F78-B3E4-4D7D27CD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创意背景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7BA25B-BFC6-4C66-84E7-9D8AF8E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一座会说话的遗忘工坊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8B3947-4420-497B-93EA-87231B6C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FD1D97-FA63-4B4F-9056-9593304E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3306B-4738-45BB-B796-52D6ACDC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玩家进入地下工坊遗迹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15200-C994-4E39-80A0-C73DE1F4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DEF4AF-2D7E-4965-BD16-1C44A45B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5A5A-7CC5-42D3-A67E-56373D9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通过房间记忆日志拼合文明冲突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4D722C-B2F6-4E92-B6BA-71C626CF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4DED76-E551-45AF-914E-2A671AA0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C81DF-A2D4-4B87-B8D6-5CFAA682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可爱画面包裹一点点神秘感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88D14-8087-4473-8AE2-4B387D22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10246448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5D1F6B-D53D-488C-980C-CD622208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F3A35-347F-455C-8F62-FE0130FD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68AF6-0385-4918-A0ED-6AFE8B47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B0029-775F-48B2-918E-4A4715A1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51471-829D-4971-A653-299B17B1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E4CEF-CDC0-4E6E-B19C-7756E527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A3C07-6FFF-4118-8791-20E84ABF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E5293-786B-4611-9DDD-2E13ED1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01ED8-1C9E-41BF-91D2-E06D7760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4057D-3CE3-4BFA-B525-5B057C8C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0ED3B-9878-479B-860F-CDE0CBC2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07391-5E08-4D05-9518-7081723D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8205C-3BC9-4486-ABC1-79AFCAC8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76C6C-356C-40DB-92BA-ED36F246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089D1B-30EB-4ECF-95C4-ED86482E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651B6-470B-468A-9A42-15F64F78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6F6C9-AFE1-4EF7-B0BB-FBE23853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917D74-7A11-4714-ADCE-11A1915D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744555-4A4F-4418-B5AA-9E2A0E75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BABE9D-4F31-4753-B96E-083EC7A6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3847E2-317D-4FF4-8A40-6586FB32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03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69049F-E9D0-4A7B-8834-2714301B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核心循环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D708C6-E6FC-4958-8299-AB94D50B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走、跳、打、成长、读日志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EE0F27-8F6F-4BD7-9E85-51DC963E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288120-D13B-40A7-A8EA-18B424F6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C5EE0E-569F-44AF-8646-5CD66867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NPC 引导进入房间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717CDC-1B54-4622-8610-9A8D9126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1FFAA1-42CD-47A8-AAA9-223AD0A7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4C9CD6-FFFD-4B80-A832-3B1E3E5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近战战斗与房间推进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703B73-E091-421C-A73E-A1CD2354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C55797-396F-4036-9B4A-C2FB34BC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5455AD-1F71-4F68-A713-4A6CF930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经验成长后挑战 Boss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A75CE3-465B-4A55-A1A2-AFE0B3C2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233792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003E0-8F1A-4008-8875-FA618211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A3760-F8CF-4AC3-8B9D-3F369EDA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87F1E-A913-4A18-BFB5-00FB65A5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7613D-28BB-46B4-A6D2-E353ABEF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5E610-6C76-43AF-87CF-54FF2776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6CE19-B753-4D08-A55F-480D0EF4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B6E9D-0614-4441-9D3A-F720CDDE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10B2E-7DF6-487B-AE57-BB61B5F0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F180D-FFFF-4FED-8C98-F111CD37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456C4-E7AB-4DDC-946A-CA2474F5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3C8DE-DD60-4E4A-AF8E-7AA3A2B2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144FA-ACA2-40CE-8B66-EA8A428E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D2958B-4989-4C4E-A52C-4662748D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B77A6-FDE8-4A99-A6A3-53257285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4B6E7-81FD-4CD8-AC85-03516F70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D559B-29EA-47FF-B765-2C04F7C1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3F02A-5E36-4F61-9169-0345F1E6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5794D-D968-4530-8596-0CE12344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B43F29-568B-4DEA-A8BB-20BC62E9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28F59E-F0CD-40DC-A9D3-C7BDC118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5E1FE5-89BC-45B5-A85C-3762DED9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04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32CB86-5888-4432-AA90-200A2958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AI 叙事亮点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E0978D-FC93-48C4-94C4-7ED87226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AI 生成内容进入游戏体验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0260B9-5D1E-4A8F-9987-6BC1AC76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3DFB56-5F9A-497D-80F6-EAFA8F8B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12D6BA-618D-4B6B-82CA-C3895569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世界观与势力设定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7896C-4886-4DBC-BCB3-F9D78311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6EBED-DC77-48A8-84C4-5FD335B7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D32F68-7E73-486A-9DD0-C1974D8F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房间记忆日志与 Boss 背景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65B3BB-D2E8-4C4E-AFED-F0DEF41B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35A0A0-F3DE-4194-BEF7-9EF78277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F82D7-D439-4107-8FE1-7FC809D5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结局文本和展示材料由 AI 辅助整理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1DEFE5-338C-4323-8CD5-7EF63EE8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20308870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B5C51C-EE30-4052-8243-0E1DBDB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DF151-33D0-49D7-B849-8D2E8EBA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1DEDC-7DA5-4DCC-81CB-428AEE86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5B326-E50D-4AFF-B4B3-FFEA6E5C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DB5CF-0640-4727-B54D-3EA29949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B9D8E-2952-4955-B5CB-56486873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27F48-E100-462B-BB1B-742299F2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24749-21FD-42B1-8DC4-46E67CE7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9259B-95B8-4B62-85B8-DCDD4A03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5D74B-DC10-436C-BD8F-30157D30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B8D3D1-C9C7-4C40-9CC6-EEFFDF72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9BA88C-08BB-44B5-8E96-6FB30101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9DAC6-BB32-4932-A902-1DAA5C94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531DF-A2F2-4FA8-8D9D-12F43173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6349A-76A0-4482-A17F-BF4AD2E1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6A0363-26CF-4B2E-B76B-71D1BDFB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9FEBD-6310-4023-981D-C0C6EA35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34AE0-1526-4E3F-A60C-325DE483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839F48-BBCB-47B5-B791-4216B95F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1D5EF7-17DD-401C-AF12-211C4946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BCC6DC-003E-4C21-B009-7267783C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05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80A6C-5E92-45DB-ADE3-6DE9A35D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技术结构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B3742-04A1-4B56-A980-6D71BA95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Unity 2D + 模块化脚本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88BE4-3FB3-47F6-838E-69783FFC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3CA80B-6A6C-4FA0-B24F-94544D4C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6799E6-A9C3-49C9-B34C-D3F3B091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Player / Combat / Enemy / Rooms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44E556-30D0-40D8-B947-0DD8C868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0756AD-DFD7-4322-9351-863F3C58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16CD93-050D-41D5-B855-AA3B2038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Dialogue / Craft / Inventory / Skill Energy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3320BA-1145-4F20-A880-ED5F42F3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16C4C7-8492-4CF5-8622-D74881D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48D93E-536D-4348-8F63-3C199002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WebGL 构建与静态部署准备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FAD445-6B5E-4419-80CD-0E8BBD98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13273386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C37688-D641-48F0-8C50-41D81B25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FF6D8-2C03-4863-889C-B28CB51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48A2C-48FB-4D99-88A6-437E0F5F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24AFD-419D-447D-9634-98D0A582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92AE-9062-4305-8FCC-3D398044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B457C-8EF6-4596-99DA-6A9FF70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A0E-5266-403D-8DD5-B7417FAE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46694-6414-4ABE-A848-F79AB735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13E17-CFC5-465B-A56A-ED64B210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30AEB-EA96-465A-A37D-D926C3EA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3187A-1B8A-4811-B20B-A5EB5AD2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598DD-337A-4669-84D4-60AC1D4C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1D84A-A4C3-4B61-B3B1-48D7165B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E0E771-2777-4F4F-B8DD-6EBB83F7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8B95B-E617-409E-B9A9-563D4985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DF8EA-BC31-4015-8121-74DFE247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CDB4B3-1792-4985-9B59-87EC44DD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FC6A2-1F3A-457D-8DA8-CBE7031E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31824-DD64-48D4-AB5F-1CB1EAD3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7B18E3-AE2D-4436-8864-550E90E2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CF5E5-2CFC-478F-8684-FB9F5FF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06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96EC1-5479-4F50-ABA9-38467857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Demo 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6ACECA-2569-428A-BF5A-6C885962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评委 3–5 分钟能看懂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5DDA9D-23D0-4126-85D6-577D2A4A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58A73D-CF0E-4D27-95FE-044F98F1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2FD307-404B-4BE1-9E0F-140620A1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出生区：NPC 和操作引导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7AE18D-23F0-459A-9E89-615B0417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398DB2-1915-4FFD-8D20-D8E68438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4382FB-E066-48FE-BAC1-73230AD7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中段房：战斗、成长、制作/技力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98292A-E6FA-43A1-B16C-16581928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DD3167-0362-42F3-B323-72905994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4B1931-2C9E-484C-A3C8-C55C3803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Boss 房：最终挑战和结局反馈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8C1529-60E5-424F-9387-C74965E9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7869240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6B9DF9-1AB7-4F9E-94C9-F1A9B81B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71FAD-2792-4395-A469-49A38AF0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672B5-79AD-4EFD-8AD6-468AF130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4939B-E6D9-4C79-996C-3EE2A6BC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3373B-5985-4BD2-9C89-FD103127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6139C-2C4E-4024-8509-C4D6903D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7D764-7C9A-47FC-BF24-21637B61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2D5966-19B2-4DCE-9364-50512E2A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40A6C-EC7A-451C-AA4C-0B597E42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6FC2C-40B6-42C4-AAD7-EB92D2D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0AF87-3D08-49FC-9F38-7A6D61D3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1BBFF-D35B-4827-A02D-13580636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2AC13-4FE5-43C5-84CE-1AB6C4E5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9C07A8-8454-4336-9D25-5D4F520E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082207-70EA-4EA8-AA08-D5E8C5F8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16AC1-A596-4475-BF08-AF9EEE7C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24263-18E4-4D36-A8E4-6A74EC5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0069C-2D46-4ADE-8C08-C01C443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5F60F-2C0F-4A22-A0D1-5A19E9D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49525-7398-4A6D-BEFF-27005E10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090641-E820-4983-8C93-1626D8FB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07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983AD5-C7A0-4E5E-B04D-0EE21A08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提交材料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2FC01-3C2C-4228-AA54-3376537E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先准备，不实际部署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BDDFB5-FDAD-41D8-B606-87FC92DE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BC5591-05D0-495D-8465-8676475C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117B0E-3B3B-4BB3-875B-304DB130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海报、PPT、源码包脚本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C1A647-9BEB-441E-BEE3-57764E96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1C7889-B824-43D0-8F8C-D3E1FD2D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4F1AF4-1ED4-4B84-91DC-401D9C3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Render / Cloudflare / GitHub Pages 文档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B96AA2-FD81-40D9-9FF2-833C49AF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A4F538-7F38-4C0A-815B-4BE04B8F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ABF6CA-4B77-48A2-8E30-30EE45B3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视频和在线试玩链接后续回填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53126B-865B-4DAB-8154-CCBE3F6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3325391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62773E-A4AF-4428-98C7-EF971AFD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EA58B4-F6FD-48E5-ABDC-9FB44569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F0FB2-4196-4E13-B405-DB60B83D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1FDD3-587D-4BBB-98F7-569AFABE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C1B14-5F48-413C-9DC3-43F38305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27261-0902-4F16-A446-D9CC3F9F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3131A-8913-4566-882D-6CC53B76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4EE8A-7A7A-4631-A54F-08B414D3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552782-6657-4333-9666-4D48B733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E83D0-60A8-4776-BFB3-77159C3A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BFACF5-DB05-4061-BA17-103F8911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CE2DB-3F12-41D2-AA0F-D2F62B0F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6A898-B682-4D5D-A00B-987AEA79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2FD24-3511-4181-A7CB-9FBFFA89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8375BC-8E23-45A2-BE0C-91B7CDAE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AE4D2-B40E-461A-9DF7-1E524BC1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ADAE3E-E61B-43DD-8916-93CFEA40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9F928-151A-4C24-B935-9340C36E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CAAAE-B457-4E95-923E-14396696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DA78C-229A-4665-AD61-65800ECB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7A1C2C-C3ED-4444-A2E3-DA53F0C3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08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4BBA5-DC4F-4EA3-8E74-29438AA4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竞争亮点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18133-579B-429C-A314-18CEE4FB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小而完整，叙事明确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48DC7-B80B-4533-B50B-46D1B8F2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88FA64-70E5-4045-9283-88C6BAD5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17E40-C615-4308-BB61-90540D7D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AI 内容不是摆设，是房间日志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A40038-9695-4FFB-884E-B93F607F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9C8B95-2929-4758-82E1-0F26F9F6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D2A7B2-C71B-4513-A87A-4DE08572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玩法闭环短，适合录屏展示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5EA71E-63B9-464D-B72B-B8B18822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7838B1-1A73-4F88-960C-8C1CD8A5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F2FBEC-1FB8-4C65-972E-78482D6E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材料结构清楚，评委容易打开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579DA8-59B6-4898-A164-331CBC87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17057632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1F35F3-5771-48CE-9890-280A9F2C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C49A0-87B6-4324-A37B-048E300D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4AF00-7E91-48C8-9D01-EDE33B0E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623B0-B1C9-44A4-92D8-F575DCF1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12C9A-EAD8-428E-8FBA-39F11C1A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8C4E9-75B4-4830-93B7-9EDF5543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93AC4-9C4A-4356-AED0-8D2127FD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3CC74-1F91-4816-A0F0-195E1F53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26B15-00FA-4F8A-B0EA-32C33C66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4802F-A445-4E81-ABEA-386E8530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605C9-5945-4698-BDE0-97F4DD6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8BA7F-D8E9-45E8-9523-A852C359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3A81E3-E3DF-4293-B5D8-A7873863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82E1E-7117-4E47-B64C-7FF46BA3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1C7245-1BF7-40E2-966F-0ECB9167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8F588-13CA-4229-AD83-33BAD246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49253-E132-423D-9F65-07F4C639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EA2067-48E1-4725-B5DF-08814D6A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0257F-1B95-4968-9BC8-4E97ABD6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FBCB2-F4BF-4D80-8CE2-1C256167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AC32E-AEEE-4317-B875-26E51AC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09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F30212-F11B-4653-B6C4-8929EAE7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后续计划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1B4958-1710-4FA3-9A2A-314AB007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继续打磨，不盲目堆系统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9406C9-780A-4445-9976-9976571E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8E30DF-0207-4CAD-B97A-9A99A7BE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01BA6C-8A83-4303-A2E7-FE44A177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更多房间日志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BA3D9-0BEC-424D-A575-F6447807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E44D58-E1D6-41CF-B6CC-0D644A19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DA4658-C47A-4885-82D3-91DABBE2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更多敌人和技能内容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6E1173-D583-461E-BCEB-7C9D9345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5315D2-F6BA-41A9-910F-6769393D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8421BE-215B-4722-A282-B117B418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更统一的美术、音效和 UI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0278E4-5953-49B3-8DAF-B6EFE59E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2948315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6BC6A-6D02-49DA-B200-08FC56B8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1950"/>
            <a:ext cx="11430000" cy="61341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94411-58C6-4D06-BD02-6A43C792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BEC"/>
          </a:solidFill>
          <a:ln xmlns:a="http://schemas.openxmlformats.org/drawingml/2006/main" w="9525">
            <a:solidFill>
              <a:srgbClr val="FFDBE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2550B-1AC5-4521-B044-73B3969B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3EBE4"/>
          </a:solidFill>
          <a:ln xmlns:a="http://schemas.openxmlformats.org/drawingml/2006/main" w="9525">
            <a:solidFill>
              <a:srgbClr val="C3EB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D3C1F-7D42-4C38-B210-349C48F3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2190750" cy="224790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3AC8E-FA11-4614-BAEE-F84A3C2B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239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5CDD6-CA31-4B7D-AB3E-512F8D4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3049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1ECC1-C474-47C3-A95D-3DC13B9D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8595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FBB6E-E9D6-4B90-9EA2-360AD4E0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46697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D0E18-94F3-4D31-A6AD-15402A7C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572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A46F9-9D27-4936-9671-837649DD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382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4FF4E-373A-4FD7-B452-42517CE4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1930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B7F187-98ED-4800-8EAC-D1F9813E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60032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68A268-F63B-421C-B351-B942FCF3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90600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4A2D0-EA92-42E5-8806-798A3892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571625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42761-60C8-4F0C-AF2B-4392B756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52650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EEE2F-A29C-47AD-B0A8-02BB09E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733675"/>
            <a:ext cx="247650" cy="2476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31CF6-A6B6-4821-8C37-122BCF0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123950"/>
            <a:ext cx="171450" cy="1714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C7B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1647BE-FBED-4662-AD50-1A49D99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1704975"/>
            <a:ext cx="209550" cy="20955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5E25BF-8538-4ED4-AD74-C9A90FF6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8620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F51D8-8EC6-4642-B254-C8CAE242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29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1500B-7AE2-483C-94B6-FFB28344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C5296"/>
                </a:solidFill>
              </a:defRPr>
            </a:pPr>
            <a:r>
              <a:rPr sz="975" b="1">
                <a:solidFill>
                  <a:srgbClr val="EC5296"/>
                </a:solidFill>
              </a:rPr>
              <a:t>10 / 10  Narrative Games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1E236B-9ABF-4C1C-A30B-83E5B452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4E3876"/>
                </a:solidFill>
              </a:defRPr>
            </a:pPr>
            <a:r>
              <a:rPr sz="3000" b="1">
                <a:solidFill>
                  <a:srgbClr val="4E3876"/>
                </a:solidFill>
              </a:rPr>
              <a:t>谢谢观看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74D4A9-A930-44CE-973E-0D90A617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9DCE"/>
                </a:solidFill>
              </a:defRPr>
            </a:pPr>
            <a:r>
              <a:rPr sz="1650" b="1">
                <a:solidFill>
                  <a:srgbClr val="3B9DCE"/>
                </a:solidFill>
              </a:rPr>
              <a:t>Craftsmen and Homo Sapiens: The Forgotten Forge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BA1695-3052-4846-8A14-A983CEE4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6B7C2C-3109-45B2-8DFE-9FAD9BA0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B6D7A-9119-4D5F-A388-610169D4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14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Demo Link：待回填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D2EA6F-598D-402B-8EB0-AD4AB055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7FF"/>
          </a:solidFill>
          <a:ln xmlns:a="http://schemas.openxmlformats.org/drawingml/2006/main" w="9525">
            <a:solidFill>
              <a:srgbClr val="84C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9864B6-E9C3-4685-AD69-E5EC9206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E6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B6B1CD-7D5A-4FDC-836B-D0C422B4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Video Link：待回填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6CD81-393B-47C9-9996-F4972FCF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7848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EDF7"/>
          </a:solidFill>
          <a:ln xmlns:a="http://schemas.openxmlformats.org/drawingml/2006/main" w="9525">
            <a:solidFill>
              <a:srgbClr val="FF91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5390A2-D9D0-43EC-98B2-A0ECBDB6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EB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48F5E1-0621-4D89-9EF8-BC0C1C55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75D86"/>
                </a:solidFill>
              </a:defRPr>
            </a:pPr>
            <a:r>
              <a:rPr sz="1500">
                <a:solidFill>
                  <a:srgbClr val="675D86"/>
                </a:solidFill>
              </a:rPr>
              <a:t>Team / Contact：待回填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18175C-1CC5-408E-A2CA-424567CF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66F91"/>
                </a:solidFill>
              </a:defRPr>
            </a:pPr>
            <a:r>
              <a:rPr sz="750">
                <a:solidFill>
                  <a:srgbClr val="766F91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20331553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2026-06-15T03:13:14.0880000Z</dcterms:created>
  <dcterms:modified xsi:type="dcterms:W3CDTF">2026-06-15T03:13:14.0880000Z</dcterms:modified>
</coreProperties>
</file>