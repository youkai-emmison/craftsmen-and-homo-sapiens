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34f8cee8b7443d" /><Relationship Type="http://schemas.openxmlformats.org/officeDocument/2006/relationships/extended-properties" Target="/docProps/app.xml" Id="R4d7070223d204d77" /><Relationship Type="http://schemas.openxmlformats.org/officeDocument/2006/relationships/officeDocument" Target="/ppt/presentation.xml" Id="R025a72e6f9fd4d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c3e017bd3f400e"/>
  </p:sldMasterIdLst>
  <p:notesMasterIdLst>
    <p:notesMasterId xmlns:r="http://schemas.openxmlformats.org/officeDocument/2006/relationships" r:id="Rb8b024c4df004a13"/>
  </p:notesMasterIdLst>
  <p:sldIdLst>
    <p:sldId xmlns:r="http://schemas.openxmlformats.org/officeDocument/2006/relationships" id="256" r:id="Rc0b93225b9b2428a"/>
    <p:sldId xmlns:r="http://schemas.openxmlformats.org/officeDocument/2006/relationships" id="257" r:id="Rb91f3727baa640be"/>
    <p:sldId xmlns:r="http://schemas.openxmlformats.org/officeDocument/2006/relationships" id="258" r:id="R27a33244a3eb48d2"/>
    <p:sldId xmlns:r="http://schemas.openxmlformats.org/officeDocument/2006/relationships" id="259" r:id="Re52346a6b85142a7"/>
    <p:sldId xmlns:r="http://schemas.openxmlformats.org/officeDocument/2006/relationships" id="260" r:id="R441e4cbbcb5845d0"/>
    <p:sldId xmlns:r="http://schemas.openxmlformats.org/officeDocument/2006/relationships" id="261" r:id="R4fcc477d45a44730"/>
    <p:sldId xmlns:r="http://schemas.openxmlformats.org/officeDocument/2006/relationships" id="262" r:id="R28c3ab658bb74de3"/>
    <p:sldId xmlns:r="http://schemas.openxmlformats.org/officeDocument/2006/relationships" id="263" r:id="R8880ae7723124f2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31104788224c45" /><Relationship Type="http://schemas.openxmlformats.org/officeDocument/2006/relationships/slideMaster" Target="/ppt/slideMasters/slideMaster1.xml" Id="Rb9c3e017bd3f400e" /><Relationship Type="http://schemas.openxmlformats.org/officeDocument/2006/relationships/notesMaster" Target="/ppt/notesMasters/notesMaster1.xml" Id="Rb8b024c4df004a13" /><Relationship Type="http://schemas.openxmlformats.org/officeDocument/2006/relationships/presProps" Target="/ppt/presProps.xml" Id="R8a38f80c01b7492e" /><Relationship Type="http://schemas.openxmlformats.org/officeDocument/2006/relationships/tableStyles" Target="/ppt/tableStyles.xml" Id="Rd49ab78a4a554331" /><Relationship Type="http://schemas.openxmlformats.org/officeDocument/2006/relationships/slide" Target="/ppt/slides/slide1.xml" Id="Rc0b93225b9b2428a" /><Relationship Type="http://schemas.openxmlformats.org/officeDocument/2006/relationships/slide" Target="/ppt/slides/slide2.xml" Id="Rb91f3727baa640be" /><Relationship Type="http://schemas.openxmlformats.org/officeDocument/2006/relationships/slide" Target="/ppt/slides/slide3.xml" Id="R27a33244a3eb48d2" /><Relationship Type="http://schemas.openxmlformats.org/officeDocument/2006/relationships/slide" Target="/ppt/slides/slide4.xml" Id="Re52346a6b85142a7" /><Relationship Type="http://schemas.openxmlformats.org/officeDocument/2006/relationships/slide" Target="/ppt/slides/slide5.xml" Id="R441e4cbbcb5845d0" /><Relationship Type="http://schemas.openxmlformats.org/officeDocument/2006/relationships/slide" Target="/ppt/slides/slide6.xml" Id="R4fcc477d45a44730" /><Relationship Type="http://schemas.openxmlformats.org/officeDocument/2006/relationships/slide" Target="/ppt/slides/slide7.xml" Id="R28c3ab658bb74de3" /><Relationship Type="http://schemas.openxmlformats.org/officeDocument/2006/relationships/slide" Target="/ppt/slides/slide8.xml" Id="R8880ae7723124f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cb869f8a244e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8105b779304eb7" /><Relationship Type="http://schemas.openxmlformats.org/officeDocument/2006/relationships/notesMaster" Target="/ppt/notesMasters/notesMaster1.xml" Id="R86b6fc0b435f49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7a5d55919b4384" /><Relationship Type="http://schemas.openxmlformats.org/officeDocument/2006/relationships/notesMaster" Target="/ppt/notesMasters/notesMaster1.xml" Id="R8a16be23d54646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b4404366f3421f" /><Relationship Type="http://schemas.openxmlformats.org/officeDocument/2006/relationships/notesMaster" Target="/ppt/notesMasters/notesMaster1.xml" Id="R352f6d3ed40b48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cbe91da96f4fee" /><Relationship Type="http://schemas.openxmlformats.org/officeDocument/2006/relationships/notesMaster" Target="/ppt/notesMasters/notesMaster1.xml" Id="R72266615030749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fb7714c8304f14" /><Relationship Type="http://schemas.openxmlformats.org/officeDocument/2006/relationships/notesMaster" Target="/ppt/notesMasters/notesMaster1.xml" Id="R863e95375bb34e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7c5d5725334af6" /><Relationship Type="http://schemas.openxmlformats.org/officeDocument/2006/relationships/notesMaster" Target="/ppt/notesMasters/notesMaster1.xml" Id="Rde5168249b8e43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6c1989cca74ba6" /><Relationship Type="http://schemas.openxmlformats.org/officeDocument/2006/relationships/notesMaster" Target="/ppt/notesMasters/notesMaster1.xml" Id="Re38ffca9c3474f7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94425a041b4583" /><Relationship Type="http://schemas.openxmlformats.org/officeDocument/2006/relationships/notesMaster" Target="/ppt/notesMasters/notesMaster1.xml" Id="R5447aeb895614c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6ad7a8fccb43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2e04cb4ffb4602" /><Relationship Type="http://schemas.openxmlformats.org/officeDocument/2006/relationships/slideLayout" Target="/ppt/slideLayouts/slideLayout1.xml" Id="R856fe0cbaa804c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6fe0cbaa804c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f7a009f5be40ea" /><Relationship Type="http://schemas.openxmlformats.org/officeDocument/2006/relationships/image" Target="/ppt/media/image.png" Id="R5973e714562f495d" /><Relationship Type="http://schemas.openxmlformats.org/officeDocument/2006/relationships/notesSlide" Target="/ppt/notesSlides/notesSlide1.xml" Id="R0f65d36b545442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316dd24cd64956" /><Relationship Type="http://schemas.openxmlformats.org/officeDocument/2006/relationships/image" Target="/ppt/media/image2.png" Id="Rfb9b82f0c06f440c" /><Relationship Type="http://schemas.openxmlformats.org/officeDocument/2006/relationships/notesSlide" Target="/ppt/notesSlides/notesSlide2.xml" Id="R80c69ffb714947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9614f475c4fb2" /><Relationship Type="http://schemas.openxmlformats.org/officeDocument/2006/relationships/image" Target="/ppt/media/image3.png" Id="R80d999bf51ff4dc2" /><Relationship Type="http://schemas.openxmlformats.org/officeDocument/2006/relationships/notesSlide" Target="/ppt/notesSlides/notesSlide3.xml" Id="R3403ed9bdbbf45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3dfc7b3334c9c" /><Relationship Type="http://schemas.openxmlformats.org/officeDocument/2006/relationships/image" Target="/ppt/media/image4.png" Id="Rbe51e903738e4832" /><Relationship Type="http://schemas.openxmlformats.org/officeDocument/2006/relationships/notesSlide" Target="/ppt/notesSlides/notesSlide4.xml" Id="Re0eba9ab98f947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c2deb14d94e52" /><Relationship Type="http://schemas.openxmlformats.org/officeDocument/2006/relationships/image" Target="/ppt/media/image5.png" Id="R0cf35b2abe9f4e8c" /><Relationship Type="http://schemas.openxmlformats.org/officeDocument/2006/relationships/notesSlide" Target="/ppt/notesSlides/notesSlide5.xml" Id="R24febef7eb4b40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ca777330a4ddc" /><Relationship Type="http://schemas.openxmlformats.org/officeDocument/2006/relationships/image" Target="/ppt/media/image6.png" Id="R026085919ab54240" /><Relationship Type="http://schemas.openxmlformats.org/officeDocument/2006/relationships/notesSlide" Target="/ppt/notesSlides/notesSlide6.xml" Id="R5cc478bd744f47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ae44c355a4076" /><Relationship Type="http://schemas.openxmlformats.org/officeDocument/2006/relationships/image" Target="/ppt/media/image7.png" Id="Rf17998c7e6654189" /><Relationship Type="http://schemas.openxmlformats.org/officeDocument/2006/relationships/notesSlide" Target="/ppt/notesSlides/notesSlide7.xml" Id="R5782987598b0456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2ca6e3917455e" /><Relationship Type="http://schemas.openxmlformats.org/officeDocument/2006/relationships/image" Target="/ppt/media/image8.png" Id="Rfc150c42b0b84aab" /><Relationship Type="http://schemas.openxmlformats.org/officeDocument/2006/relationships/notesSlide" Target="/ppt/notesSlides/notesSlide8.xml" Id="R33006afa989240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846E09-874E-40E2-AA4C-79F6E344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61950" y="4191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7DA571-4B66-4EBF-B393-23C36148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-342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90B0B-39EB-47FD-8578-15DF26B3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6769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0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BFEE45-C8B5-46D2-BF6C-E852C8F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85750"/>
            <a:ext cx="11544300" cy="62865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9640D-91B5-4D40-AD43-04DB52AB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4095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4E4"/>
          </a:solidFill>
          <a:ln xmlns:a="http://schemas.openxmlformats.org/drawingml/2006/main" w="19050">
            <a:solidFill>
              <a:srgbClr val="FFD36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2D3FCB-6401-4F96-A6B2-9658B989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2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80B8"/>
                </a:solidFill>
              </a:defRPr>
            </a:pPr>
            <a:r>
              <a:rPr sz="1125" b="1">
                <a:solidFill>
                  <a:srgbClr val="FF80B8"/>
                </a:solidFill>
              </a:rPr>
              <a:t>01 / 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214906-0A4D-48E5-B31C-CF453F72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22853"/>
                </a:solidFill>
              </a:defRPr>
            </a:pPr>
            <a:r>
              <a:rPr sz="1875" b="1">
                <a:solidFill>
                  <a:srgbClr val="322853"/>
                </a:solidFill>
              </a:rPr>
              <a:t>Cover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16CAE-FBC6-4A44-90CA-8478B3AC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22853"/>
                </a:solidFill>
              </a:defRPr>
            </a:pPr>
            <a:r>
              <a:rPr sz="3225" b="1">
                <a:solidFill>
                  <a:srgbClr val="322853"/>
                </a:solidFill>
              </a:rPr>
              <a:t>能工智人：遗忘工坊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B9C46-F51D-40E5-9762-F551CE50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95F84"/>
                </a:solidFill>
              </a:defRPr>
            </a:pPr>
            <a:r>
              <a:rPr sz="1575" b="1">
                <a:solidFill>
                  <a:srgbClr val="695F84"/>
                </a:solidFill>
              </a:rPr>
              <a:t>AI 叙事驱动的横版动作冒险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970917-E7A7-4AA7-81F4-EDB8EFF4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C0674-1E78-4BED-AB5D-21EF73114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1FC9BC-34E5-4945-BA7C-229AF1B9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叙事类游戏 / Narrative Games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B813BA-C1EC-4B74-821D-85D9C249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EF5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219906-34E6-4CDA-B0CA-3C3AA213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EB647-8AC2-4610-BB24-DED2EC66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可爱工坊美术 + 地下遗迹探索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33D99-F3AB-4CD0-A27E-A9C5A9EB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F705C-0688-420F-B9B3-D938D5FB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D7A3A9-B2F6-4C1E-B729-EC16F5B1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Demo Link / Team：待回填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413BC-5D83-4B73-8EBB-7AE42B46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38200"/>
            <a:ext cx="53340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9F2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73e714562f495d"/>
          <a:stretch xmlns:a="http://schemas.openxmlformats.org/drawingml/2006/main"/>
        </p:blipFill>
        <p:spPr>
          <a:xfrm xmlns:a="http://schemas.openxmlformats.org/drawingml/2006/main">
            <a:off x="6191250" y="1635919"/>
            <a:ext cx="4953000" cy="2786063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9FE51E-FCBE-4359-ACDC-9035C05A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476875"/>
            <a:ext cx="5334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2853"/>
          </a:solidFill>
          <a:ln xmlns:a="http://schemas.openxmlformats.org/drawingml/2006/main" w="19050">
            <a:solidFill>
              <a:srgbClr val="32285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1CFFAC-D5D9-4D8E-A351-DC7163A7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673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真实素材展示 + 等待 Unity 截图补齐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91679E-3153-491F-AF2A-6E08270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53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FEFFF"/>
                </a:solidFill>
              </a:defRPr>
            </a:pPr>
            <a:r>
              <a:rPr sz="825">
                <a:solidFill>
                  <a:srgbClr val="CFEFFF"/>
                </a:solidFill>
              </a:rPr>
              <a:t>No fake deployment / no fake demo video / no external screenshots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EDD8E7-3661-457B-B43A-97A22F05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95F84"/>
                </a:solidFill>
              </a:defRPr>
            </a:pPr>
            <a:r>
              <a:rPr sz="750">
                <a:solidFill>
                  <a:srgbClr val="695F84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9686077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DDE718-385F-4A34-986A-7E20C9B5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61950" y="4191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998AF-BD33-4551-B8CA-6A426771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-342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1C1A1-ADEB-40AF-AE44-2269B1FB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6769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0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9FB01-AC33-4F10-9C6B-2DAE6E0C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85750"/>
            <a:ext cx="11544300" cy="62865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20613-4170-4560-91A9-149F2F19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4095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4E4"/>
          </a:solidFill>
          <a:ln xmlns:a="http://schemas.openxmlformats.org/drawingml/2006/main" w="19050">
            <a:solidFill>
              <a:srgbClr val="FFD36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EEA2A-2170-4BAB-83DD-CAF0DD59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2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80B8"/>
                </a:solidFill>
              </a:defRPr>
            </a:pPr>
            <a:r>
              <a:rPr sz="1125" b="1">
                <a:solidFill>
                  <a:srgbClr val="FF80B8"/>
                </a:solidFill>
              </a:rPr>
              <a:t>02 / 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637483-D2A6-44B8-8C7D-849BB6E5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22853"/>
                </a:solidFill>
              </a:defRPr>
            </a:pPr>
            <a:r>
              <a:rPr sz="1875" b="1">
                <a:solidFill>
                  <a:srgbClr val="322853"/>
                </a:solidFill>
              </a:rPr>
              <a:t>Player / Loop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822DE7-B7D5-4BB4-8449-D3A2B3A3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22853"/>
                </a:solidFill>
              </a:defRPr>
            </a:pPr>
            <a:r>
              <a:rPr sz="2850" b="1">
                <a:solidFill>
                  <a:srgbClr val="322853"/>
                </a:solidFill>
              </a:rPr>
              <a:t>游戏是什么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65B036-3E38-4E8F-ACF7-F187E5DB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95F84"/>
                </a:solidFill>
              </a:defRPr>
            </a:pPr>
            <a:r>
              <a:rPr sz="1575" b="1">
                <a:solidFill>
                  <a:srgbClr val="695F84"/>
                </a:solidFill>
              </a:rPr>
              <a:t>玩家进入一座会留下记忆的地下工坊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A3A42E-462D-44CA-8DD1-C92F6E3C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614DFC-F5A1-45F2-8B05-EC712FA9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EAF0D7-F480-4A8A-B046-3B97F03B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横版动作：移动、跳跃、近战攻击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F9D93-D446-4B82-AA6A-39384F62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EF5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3D881E-22F2-453D-B787-552ED5CB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4335E-749D-40B4-AF20-93061B82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房间推进：清敌、解锁门、进入下一段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B3C37C-4349-43BE-8FCD-8E9D6BAF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50A470-086F-4840-9D13-82F91314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898291-3290-4056-B7EF-48C9FEAC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AI 记忆日志：战斗中逐步补全世界观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5CE222-29B3-4883-86E5-9213D428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38200"/>
            <a:ext cx="53340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9F2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9b82f0c06f440c"/>
          <a:stretch xmlns:a="http://schemas.openxmlformats.org/drawingml/2006/main"/>
        </p:blipFill>
        <p:spPr>
          <a:xfrm xmlns:a="http://schemas.openxmlformats.org/drawingml/2006/main">
            <a:off x="6191250" y="1635919"/>
            <a:ext cx="4953000" cy="2786063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0FB941-A72A-4CA9-86EA-EACD0543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476875"/>
            <a:ext cx="5334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2853"/>
          </a:solidFill>
          <a:ln xmlns:a="http://schemas.openxmlformats.org/drawingml/2006/main" w="19050">
            <a:solidFill>
              <a:srgbClr val="32285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8C037C-EC8F-445D-8E82-CEF71B02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673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真实素材展示 + 等待 Unity 截图补齐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712FF8-DEBA-42BC-B053-1A09D331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53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FEFFF"/>
                </a:solidFill>
              </a:defRPr>
            </a:pPr>
            <a:r>
              <a:rPr sz="825">
                <a:solidFill>
                  <a:srgbClr val="CFEFFF"/>
                </a:solidFill>
              </a:rPr>
              <a:t>No fake deployment / no fake demo video / no external screenshots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68108C-AF9D-499F-A858-1C85F5D7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95F84"/>
                </a:solidFill>
              </a:defRPr>
            </a:pPr>
            <a:r>
              <a:rPr sz="750">
                <a:solidFill>
                  <a:srgbClr val="695F84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3875565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415DB6-B7BB-4C8E-8968-256CD4F7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61950" y="4191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141C9-549C-4D25-9D45-C91303B9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-342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4E28E-E68B-426C-9254-30F11DBE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6769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0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AE5E0-F064-4786-BF67-811DEE46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85750"/>
            <a:ext cx="11544300" cy="62865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3002E-4B9F-4901-8F3E-594BF7D9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4095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4E4"/>
          </a:solidFill>
          <a:ln xmlns:a="http://schemas.openxmlformats.org/drawingml/2006/main" w="19050">
            <a:solidFill>
              <a:srgbClr val="FFD36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01835-D413-410E-86AC-1C81F635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2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80B8"/>
                </a:solidFill>
              </a:defRPr>
            </a:pPr>
            <a:r>
              <a:rPr sz="1125" b="1">
                <a:solidFill>
                  <a:srgbClr val="FF80B8"/>
                </a:solidFill>
              </a:rPr>
              <a:t>03 / 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1D47E-281A-4212-8B72-ED19FB16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22853"/>
                </a:solidFill>
              </a:defRPr>
            </a:pPr>
            <a:r>
              <a:rPr sz="1875" b="1">
                <a:solidFill>
                  <a:srgbClr val="322853"/>
                </a:solidFill>
              </a:rPr>
              <a:t>Gameplay Loop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62268-42F1-43C6-BC14-AE24B288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22853"/>
                </a:solidFill>
              </a:defRPr>
            </a:pPr>
            <a:r>
              <a:rPr sz="2850" b="1">
                <a:solidFill>
                  <a:srgbClr val="322853"/>
                </a:solidFill>
              </a:rPr>
              <a:t>核心玩法循环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ACF591-F75F-4C76-BAE7-BD452AEC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95F84"/>
                </a:solidFill>
              </a:defRPr>
            </a:pPr>
            <a:r>
              <a:rPr sz="1575" b="1">
                <a:solidFill>
                  <a:srgbClr val="695F84"/>
                </a:solidFill>
              </a:rPr>
              <a:t>短流程，但闭环完整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05A5B6-B508-4FCF-B1F8-0A9CD9F5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1A158-AF24-4954-9B6C-FEB7C602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D1934-116C-45B4-ADD3-E28D7DE6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进入房间 -&gt; 读记忆日志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8906DB-7E7B-44A1-A3FD-68B52842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EF5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CD0892-0997-404E-8E2B-5E9360E9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7194AE-DF0D-40B3-B215-9123B5F5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战斗 -&gt; 获得经验 / 道具 / 制作材料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354422-ADA2-439E-959E-671A57C4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ECB025-8FAC-4C21-8F99-AB6245C3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86EB7-6F83-4FCB-AC04-3248D37B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解锁下一房间 -&gt; Boss -&gt; 结局文本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B8F8B3-A416-4BE8-B80C-90A8D783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38200"/>
            <a:ext cx="53340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9F2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d999bf51ff4dc2"/>
          <a:stretch xmlns:a="http://schemas.openxmlformats.org/drawingml/2006/main"/>
        </p:blipFill>
        <p:spPr>
          <a:xfrm xmlns:a="http://schemas.openxmlformats.org/drawingml/2006/main">
            <a:off x="6191250" y="1635919"/>
            <a:ext cx="4953000" cy="2786063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9C2D89-D847-4888-B431-166A91C2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476875"/>
            <a:ext cx="5334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2853"/>
          </a:solidFill>
          <a:ln xmlns:a="http://schemas.openxmlformats.org/drawingml/2006/main" w="19050">
            <a:solidFill>
              <a:srgbClr val="32285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2E3D2-570C-430F-AFF9-9B57D314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673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真实素材展示 + 等待 Unity 截图补齐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38E5E3-BC30-4371-80D2-92BAB49A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53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FEFFF"/>
                </a:solidFill>
              </a:defRPr>
            </a:pPr>
            <a:r>
              <a:rPr sz="825">
                <a:solidFill>
                  <a:srgbClr val="CFEFFF"/>
                </a:solidFill>
              </a:rPr>
              <a:t>No fake deployment / no fake demo video / no external screenshots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14FEA3-6BD5-4438-A967-C7F72AC4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95F84"/>
                </a:solidFill>
              </a:defRPr>
            </a:pPr>
            <a:r>
              <a:rPr sz="750">
                <a:solidFill>
                  <a:srgbClr val="695F84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6188915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D5D99E-39D2-4BF4-85EF-1323FDB3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61950" y="4191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55415-AC86-4967-9D9F-9FFC862A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-342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47719D-07AD-4CCF-B704-5B9CDD16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6769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0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AAA8F2-871B-4452-9F8B-1E8609B8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85750"/>
            <a:ext cx="11544300" cy="62865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945E1-AAA0-4E2E-A266-EAC60CF1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4095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4E4"/>
          </a:solidFill>
          <a:ln xmlns:a="http://schemas.openxmlformats.org/drawingml/2006/main" w="19050">
            <a:solidFill>
              <a:srgbClr val="FFD36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EE7A79-25FD-461A-8B7B-F7B25E2B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2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80B8"/>
                </a:solidFill>
              </a:defRPr>
            </a:pPr>
            <a:r>
              <a:rPr sz="1125" b="1">
                <a:solidFill>
                  <a:srgbClr val="FF80B8"/>
                </a:solidFill>
              </a:rPr>
              <a:t>04 / 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7FCF00-35E0-4AA9-8C04-F7FE245C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22853"/>
                </a:solidFill>
              </a:defRPr>
            </a:pPr>
            <a:r>
              <a:rPr sz="1875" b="1">
                <a:solidFill>
                  <a:srgbClr val="322853"/>
                </a:solidFill>
              </a:rPr>
              <a:t>Cast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5DC58-3F01-429F-9ACA-A185F392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22853"/>
                </a:solidFill>
              </a:defRPr>
            </a:pPr>
            <a:r>
              <a:rPr sz="2850" b="1">
                <a:solidFill>
                  <a:srgbClr val="322853"/>
                </a:solidFill>
              </a:rPr>
              <a:t>角色与怪物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470620-7C06-4F27-9997-7DC6C9A4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95F84"/>
                </a:solidFill>
              </a:defRPr>
            </a:pPr>
            <a:r>
              <a:rPr sz="1575" b="1">
                <a:solidFill>
                  <a:srgbClr val="695F84"/>
                </a:solidFill>
              </a:rPr>
              <a:t>真实 spritesheet 支撑 Demo 表现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2B3F7E-E894-4085-AED6-E9378532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FC1105-A934-4B0C-9DBF-A6A917ED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34BF7A-4980-48BA-939F-D7A656FF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主角：猫耳女仆探索者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A0C089-F9BA-435C-A761-68C0C4F8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EF5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129162-A786-4E90-9E47-AA487B61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42DA0-3454-482F-8F1D-6B5464A8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NPC：档案员与技术员引导玩法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2A442D-E638-462B-8BAD-69157BEE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51FC8-DD5B-4517-874E-641644CC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AC56BA-F2D0-47E6-B24C-8884DDC6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敌人：普通怪、精英怪、Boss 占位体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268434-C62C-4E2B-BD93-93642AFE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38200"/>
            <a:ext cx="53340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9F2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1e903738e4832"/>
          <a:stretch xmlns:a="http://schemas.openxmlformats.org/drawingml/2006/main"/>
        </p:blipFill>
        <p:spPr>
          <a:xfrm xmlns:a="http://schemas.openxmlformats.org/drawingml/2006/main">
            <a:off x="6191250" y="1635919"/>
            <a:ext cx="4953000" cy="2786063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EA4D69-ABD0-46F7-8FA3-C59710BE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476875"/>
            <a:ext cx="5334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2853"/>
          </a:solidFill>
          <a:ln xmlns:a="http://schemas.openxmlformats.org/drawingml/2006/main" w="19050">
            <a:solidFill>
              <a:srgbClr val="32285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3EFD61-AD01-4BC5-9BD9-AFB7AF29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673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真实素材展示 + 等待 Unity 截图补齐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62A09E-C2E6-46EC-8749-76225521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53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FEFFF"/>
                </a:solidFill>
              </a:defRPr>
            </a:pPr>
            <a:r>
              <a:rPr sz="825">
                <a:solidFill>
                  <a:srgbClr val="CFEFFF"/>
                </a:solidFill>
              </a:rPr>
              <a:t>No fake deployment / no fake demo video / no external screenshots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B99D06-743E-4E90-A36E-561FE812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95F84"/>
                </a:solidFill>
              </a:defRPr>
            </a:pPr>
            <a:r>
              <a:rPr sz="750">
                <a:solidFill>
                  <a:srgbClr val="695F84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18466323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0C41D7-0B2B-4D14-983B-7DE0ACB2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61950" y="4191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7C0127-F38B-4DEE-96B8-2AC526A3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-342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6A8A8-50DF-4B9E-B4E5-21F3C772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6769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0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25AB4-1503-463E-B9A9-4DB1236A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85750"/>
            <a:ext cx="11544300" cy="62865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C5544-39FF-4FBB-8946-AAC2BCA1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4095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4E4"/>
          </a:solidFill>
          <a:ln xmlns:a="http://schemas.openxmlformats.org/drawingml/2006/main" w="19050">
            <a:solidFill>
              <a:srgbClr val="FFD36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90567-0AC4-49FA-B943-815E79C2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2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80B8"/>
                </a:solidFill>
              </a:defRPr>
            </a:pPr>
            <a:r>
              <a:rPr sz="1125" b="1">
                <a:solidFill>
                  <a:srgbClr val="FF80B8"/>
                </a:solidFill>
              </a:rPr>
              <a:t>05 / 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492EF-F839-4F3B-9D7C-AEDF3DC3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22853"/>
                </a:solidFill>
              </a:defRPr>
            </a:pPr>
            <a:r>
              <a:rPr sz="1875" b="1">
                <a:solidFill>
                  <a:srgbClr val="322853"/>
                </a:solidFill>
              </a:rPr>
              <a:t>Narrative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624D4-44A7-4048-B300-ADDE6F9B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22853"/>
                </a:solidFill>
              </a:defRPr>
            </a:pPr>
            <a:r>
              <a:rPr sz="2850" b="1">
                <a:solidFill>
                  <a:srgbClr val="322853"/>
                </a:solidFill>
              </a:rPr>
              <a:t>AI 叙事如何进入游戏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263D97-E476-49A2-824D-6DCA4364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95F84"/>
                </a:solidFill>
              </a:defRPr>
            </a:pPr>
            <a:r>
              <a:rPr sz="1575" b="1">
                <a:solidFill>
                  <a:srgbClr val="695F84"/>
                </a:solidFill>
              </a:rPr>
              <a:t>AI 内容会变成工坊记忆日志和 NPC 对话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4AA7C-5BA7-4859-A861-18690CBD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3F2F9-812F-4ECA-9014-566D4656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EFA51-A66B-478F-B1FD-AC9B443B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AI 生成世界观、势力关系、房间档案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5883D2-BC63-481D-95B8-856A0D41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EF5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5E647F-455D-4738-AB8B-84E9BC79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595D31-B36E-4226-AACE-D1B80ABC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NPC 对话把操作提示包装进剧情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F1B25-F5B6-41F5-9D3F-C8561BAD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6F33F5-996F-4B68-934F-847F30CB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E9068E-6A9E-4F83-B9D4-DD248777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Boss 背景与结局文本用于演示闭环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BCE0F3-B7B4-4D3C-AD1B-6E363FB4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38200"/>
            <a:ext cx="53340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9F2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f35b2abe9f4e8c"/>
          <a:stretch xmlns:a="http://schemas.openxmlformats.org/drawingml/2006/main"/>
        </p:blipFill>
        <p:spPr>
          <a:xfrm xmlns:a="http://schemas.openxmlformats.org/drawingml/2006/main">
            <a:off x="6191250" y="1635919"/>
            <a:ext cx="4953000" cy="2786063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BCEC44-61F9-4694-B4DE-BA5746F4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476875"/>
            <a:ext cx="5334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2853"/>
          </a:solidFill>
          <a:ln xmlns:a="http://schemas.openxmlformats.org/drawingml/2006/main" w="19050">
            <a:solidFill>
              <a:srgbClr val="32285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7DEC0B-E447-4410-8062-797140B8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673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真实素材展示 + 等待 Unity 截图补齐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CBA505-B93E-43EF-9D29-A5C39090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53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FEFFF"/>
                </a:solidFill>
              </a:defRPr>
            </a:pPr>
            <a:r>
              <a:rPr sz="825">
                <a:solidFill>
                  <a:srgbClr val="CFEFFF"/>
                </a:solidFill>
              </a:rPr>
              <a:t>No fake deployment / no fake demo video / no external screenshots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EA4F65-3B41-458F-806E-559538C9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95F84"/>
                </a:solidFill>
              </a:defRPr>
            </a:pPr>
            <a:r>
              <a:rPr sz="750">
                <a:solidFill>
                  <a:srgbClr val="695F84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903899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B70CFB-F9E0-4A20-B303-3D52C68A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61950" y="4191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D759B-0287-4420-A0AA-B05D508B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-342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592E04-6A5A-4BF3-9AF7-D9E83062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6769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0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46925-0072-47C3-AE7B-360A8291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85750"/>
            <a:ext cx="11544300" cy="62865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523FF-4DA9-476A-91E2-DBD6B328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4095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4E4"/>
          </a:solidFill>
          <a:ln xmlns:a="http://schemas.openxmlformats.org/drawingml/2006/main" w="19050">
            <a:solidFill>
              <a:srgbClr val="FFD36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512CD8-C742-40C3-B81F-C22076AB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2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80B8"/>
                </a:solidFill>
              </a:defRPr>
            </a:pPr>
            <a:r>
              <a:rPr sz="1125" b="1">
                <a:solidFill>
                  <a:srgbClr val="FF80B8"/>
                </a:solidFill>
              </a:rPr>
              <a:t>06 / 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EFACB-02C3-447C-BE37-EEFCA915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22853"/>
                </a:solidFill>
              </a:defRPr>
            </a:pPr>
            <a:r>
              <a:rPr sz="1875" b="1">
                <a:solidFill>
                  <a:srgbClr val="322853"/>
                </a:solidFill>
              </a:rPr>
              <a:t>Recording 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7410A-E86C-4880-8F4B-D6AA1A58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22853"/>
                </a:solidFill>
              </a:defRPr>
            </a:pPr>
            <a:r>
              <a:rPr sz="2850" b="1">
                <a:solidFill>
                  <a:srgbClr val="322853"/>
                </a:solidFill>
              </a:rPr>
              <a:t>Demo 录屏路线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7A5084-31A7-4F2A-9DBE-AE321989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95F84"/>
                </a:solidFill>
              </a:defRPr>
            </a:pPr>
            <a:r>
              <a:rPr sz="1575" b="1">
                <a:solidFill>
                  <a:srgbClr val="695F84"/>
                </a:solidFill>
              </a:rPr>
              <a:t>截图框保持诚实：等待 Unity 实机画面回填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197AC-D102-4EB4-9CD4-279776D7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257D61-20CF-4373-A07D-F3F7CC86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5152E2-94AE-4B40-B139-689F067A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开场 + NPC 对话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A370AC-1F17-4FA2-A7F4-2EC60BAD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EF5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4F855D-D624-40A2-A75E-E5E35913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61C904-D244-4F4E-B768-1F5A7C91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早期战斗 + 成长反馈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D7B36-8B44-4814-8562-68BE5EFE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9102F6-DF57-4FB9-8E63-17B08ED0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AC815B-D39E-4D2C-AB33-0E6647DE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Boss 房 + Victory / Demo Complete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F9D90D-8CC0-4076-A920-87B36E3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38200"/>
            <a:ext cx="53340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9F2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6085919ab54240"/>
          <a:stretch xmlns:a="http://schemas.openxmlformats.org/drawingml/2006/main"/>
        </p:blipFill>
        <p:spPr>
          <a:xfrm xmlns:a="http://schemas.openxmlformats.org/drawingml/2006/main">
            <a:off x="6191250" y="1635919"/>
            <a:ext cx="4953000" cy="2786063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C44A13-4FA0-4D05-B5D5-3DAE7273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476875"/>
            <a:ext cx="5334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2853"/>
          </a:solidFill>
          <a:ln xmlns:a="http://schemas.openxmlformats.org/drawingml/2006/main" w="19050">
            <a:solidFill>
              <a:srgbClr val="32285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4835CC-5B38-4D2B-B18D-8CCDC6B3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673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真实素材展示 + 等待 Unity 截图补齐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391B2-4291-4A96-B665-4A334DCE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53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FEFFF"/>
                </a:solidFill>
              </a:defRPr>
            </a:pPr>
            <a:r>
              <a:rPr sz="825">
                <a:solidFill>
                  <a:srgbClr val="CFEFFF"/>
                </a:solidFill>
              </a:rPr>
              <a:t>No fake deployment / no fake demo video / no external screenshots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0AC903-87CE-49BB-95E2-D6E391DA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95F84"/>
                </a:solidFill>
              </a:defRPr>
            </a:pPr>
            <a:r>
              <a:rPr sz="750">
                <a:solidFill>
                  <a:srgbClr val="695F84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1056734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D01A5C-E75E-4197-A884-854CC800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61950" y="4191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A7BBE8-429B-428C-9FC6-D06CB532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-342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536AA4-0D1E-4922-81C2-32404F10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6769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0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CB538-46DD-4D57-8204-7AC665BE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85750"/>
            <a:ext cx="11544300" cy="62865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4A63E-B575-48C4-B776-3404CC09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4095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4E4"/>
          </a:solidFill>
          <a:ln xmlns:a="http://schemas.openxmlformats.org/drawingml/2006/main" w="19050">
            <a:solidFill>
              <a:srgbClr val="FFD36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6208D9-C3FF-4D68-ADD5-C5ABBB16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2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80B8"/>
                </a:solidFill>
              </a:defRPr>
            </a:pPr>
            <a:r>
              <a:rPr sz="1125" b="1">
                <a:solidFill>
                  <a:srgbClr val="FF80B8"/>
                </a:solidFill>
              </a:rPr>
              <a:t>07 / 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07E8A1-D6B6-4DF9-A9C3-99377959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22853"/>
                </a:solidFill>
              </a:defRPr>
            </a:pPr>
            <a:r>
              <a:rPr sz="1875" b="1">
                <a:solidFill>
                  <a:srgbClr val="322853"/>
                </a:solidFill>
              </a:rPr>
              <a:t>Tech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51F38-F2CE-4120-A61D-6DC5E23C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22853"/>
                </a:solidFill>
              </a:defRPr>
            </a:pPr>
            <a:r>
              <a:rPr sz="2850" b="1">
                <a:solidFill>
                  <a:srgbClr val="322853"/>
                </a:solidFill>
              </a:rPr>
              <a:t>技术结构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F2A185-0F15-442A-803E-F6C3C45E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95F84"/>
                </a:solidFill>
              </a:defRPr>
            </a:pPr>
            <a:r>
              <a:rPr sz="1575" b="1">
                <a:solidFill>
                  <a:srgbClr val="695F84"/>
                </a:solidFill>
              </a:rPr>
              <a:t>Unity 2D 原型，模块保持轻量拆分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73E50-F91E-4B42-B287-0D812E49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FA1581-FD1B-43F6-98F0-43AA20C0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9ECFB-C26C-4229-A497-467243F1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Player / Combat / Enemy / Rooms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B364AF-6645-42EE-A7A0-31C1BE73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EF5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F397E-2100-44FC-83D6-467B1F20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0CB009-E02D-4C45-BB6B-DB4BD441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Dialogue / Craft / Inventory / Skill Energy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77FF9A-BA14-45DD-B532-DFFD6589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670585-C8E0-4A92-8824-76C2E541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5E8ADA-8BDF-4FDD-8EFE-14CB2736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WebGL Build + 静态部署准备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072493-6997-483D-9868-37933F27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38200"/>
            <a:ext cx="53340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9F2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7998c7e6654189"/>
          <a:stretch xmlns:a="http://schemas.openxmlformats.org/drawingml/2006/main"/>
        </p:blipFill>
        <p:spPr>
          <a:xfrm xmlns:a="http://schemas.openxmlformats.org/drawingml/2006/main">
            <a:off x="6191250" y="1635919"/>
            <a:ext cx="4953000" cy="2786063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A25F64-5EE2-4A29-993B-A2D30964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476875"/>
            <a:ext cx="5334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2853"/>
          </a:solidFill>
          <a:ln xmlns:a="http://schemas.openxmlformats.org/drawingml/2006/main" w="19050">
            <a:solidFill>
              <a:srgbClr val="32285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581B15-4105-4D50-B09B-289A474C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673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真实素材展示 + 等待 Unity 截图补齐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352FE0-3505-4139-891F-9E51257A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53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FEFFF"/>
                </a:solidFill>
              </a:defRPr>
            </a:pPr>
            <a:r>
              <a:rPr sz="825">
                <a:solidFill>
                  <a:srgbClr val="CFEFFF"/>
                </a:solidFill>
              </a:rPr>
              <a:t>No fake deployment / no fake demo video / no external screenshots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B729A-5958-4DA8-A272-0760BD09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95F84"/>
                </a:solidFill>
              </a:defRPr>
            </a:pPr>
            <a:r>
              <a:rPr sz="750">
                <a:solidFill>
                  <a:srgbClr val="695F84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5443254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C4B7EA-B5C7-44ED-A54F-8B7DD88F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61950" y="4191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B2D48-4976-4291-A469-4B7CEC76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-342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B0C336-F151-46E0-B48E-113627B9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6769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0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DBF3E-9FBA-4DDA-B9A9-E3752F3D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85750"/>
            <a:ext cx="11544300" cy="62865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78D4EB-9D86-41AC-B794-FA41B923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4095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4E4"/>
          </a:solidFill>
          <a:ln xmlns:a="http://schemas.openxmlformats.org/drawingml/2006/main" w="19050">
            <a:solidFill>
              <a:srgbClr val="FFD36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E479D5-5EB7-408D-BB74-D1F24FA2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2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80B8"/>
                </a:solidFill>
              </a:defRPr>
            </a:pPr>
            <a:r>
              <a:rPr sz="1125" b="1">
                <a:solidFill>
                  <a:srgbClr val="FF80B8"/>
                </a:solidFill>
              </a:rPr>
              <a:t>08 / 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6B6E8-F527-4D43-8960-92EAE75B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22853"/>
                </a:solidFill>
              </a:defRPr>
            </a:pPr>
            <a:r>
              <a:rPr sz="1875" b="1">
                <a:solidFill>
                  <a:srgbClr val="322853"/>
                </a:solidFill>
              </a:rPr>
              <a:t>Submission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182CF6-C808-4337-8DE7-CEE88448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22853"/>
                </a:solidFill>
              </a:defRPr>
            </a:pPr>
            <a:r>
              <a:rPr sz="2850" b="1">
                <a:solidFill>
                  <a:srgbClr val="322853"/>
                </a:solidFill>
              </a:rPr>
              <a:t>提交状态与下一步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9E9F9A-2D0F-4AC2-823C-609649D9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95F84"/>
                </a:solidFill>
              </a:defRPr>
            </a:pPr>
            <a:r>
              <a:rPr sz="1575" b="1">
                <a:solidFill>
                  <a:srgbClr val="695F84"/>
                </a:solidFill>
              </a:rPr>
              <a:t>材料可编辑，真实截图与在线链接等待人工回填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CABCD0-D8E0-4887-9688-6ACDC12A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C2B0B-80AF-4CCE-94BB-FAF786BE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869516-36D0-41A5-9634-8759B4DB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已准备：海报、PPT、部署文档、提交文案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EE6593-4BF8-4106-8383-EEC7D644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EF5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CA3D2-2305-4BBA-9EE0-F2B183C5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66DF1A-8538-43FD-BDC4-2C372C12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待人工：WebGL 部署、Demo 视频、CodeBuddy 导出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65B46-131F-4F07-BFAC-95D04F64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762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DDE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CE20D8-BCD3-4812-8AAC-1B401DEE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3EE25-1709-4B50-902C-84981010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22853"/>
                </a:solidFill>
              </a:defRPr>
            </a:pPr>
            <a:r>
              <a:rPr sz="1425">
                <a:solidFill>
                  <a:srgbClr val="322853"/>
                </a:solidFill>
              </a:rPr>
              <a:t>下一步：用截图工具补齐真实游戏画面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262B59-6D59-483A-AFD2-1E87D40A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38200"/>
            <a:ext cx="53340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9F2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50c42b0b84aab"/>
          <a:stretch xmlns:a="http://schemas.openxmlformats.org/drawingml/2006/main"/>
        </p:blipFill>
        <p:spPr>
          <a:xfrm xmlns:a="http://schemas.openxmlformats.org/drawingml/2006/main">
            <a:off x="6191250" y="1635919"/>
            <a:ext cx="4953000" cy="2786063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DE886C-095D-498C-9EC2-5A248AE2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476875"/>
            <a:ext cx="5334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2853"/>
          </a:solidFill>
          <a:ln xmlns:a="http://schemas.openxmlformats.org/drawingml/2006/main" w="19050">
            <a:solidFill>
              <a:srgbClr val="32285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A9D4A8-E926-40FF-B7A0-134E0618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673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真实素材展示 + 等待 Unity 截图补齐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D9DDE-8183-4EF6-8592-A7AB4D76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53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FEFFF"/>
                </a:solidFill>
              </a:defRPr>
            </a:pPr>
            <a:r>
              <a:rPr sz="825">
                <a:solidFill>
                  <a:srgbClr val="CFEFFF"/>
                </a:solidFill>
              </a:rPr>
              <a:t>No fake deployment / no fake demo video / no external screenshots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061843-9817-4E3D-9722-29599BA1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95F84"/>
                </a:solidFill>
              </a:defRPr>
            </a:pPr>
            <a:r>
              <a:rPr sz="750">
                <a:solidFill>
                  <a:srgbClr val="695F84"/>
                </a:solidFill>
              </a:rPr>
              <a:t>Craftsmen and Homo Sapiens: The Forgotten Forge</a:t>
            </a:r>
          </a:p>
        </p:txBody>
      </p:sp>
    </p:spTree>
    <p:extLst>
      <p:ext uri="{BB962C8B-B14F-4D97-AF65-F5344CB8AC3E}">
        <p14:creationId xmlns:p14="http://schemas.microsoft.com/office/powerpoint/2010/main" val="9485105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2026-06-15T03:58:46.5500000Z</dcterms:created>
  <dcterms:modified xsi:type="dcterms:W3CDTF">2026-06-15T03:58:46.5500000Z</dcterms:modified>
</coreProperties>
</file>