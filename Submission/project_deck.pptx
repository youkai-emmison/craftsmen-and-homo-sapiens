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1f5ee257ab45bc" /><Relationship Type="http://schemas.openxmlformats.org/officeDocument/2006/relationships/extended-properties" Target="/docProps/app.xml" Id="R653aaad7c0014c0a" /><Relationship Type="http://schemas.openxmlformats.org/officeDocument/2006/relationships/officeDocument" Target="/ppt/presentation.xml" Id="Ra98fecff9e2841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3db4b21c974953"/>
  </p:sldMasterIdLst>
  <p:notesMasterIdLst>
    <p:notesMasterId xmlns:r="http://schemas.openxmlformats.org/officeDocument/2006/relationships" r:id="Rc79389f5dd88416f"/>
  </p:notesMasterIdLst>
  <p:sldIdLst>
    <p:sldId xmlns:r="http://schemas.openxmlformats.org/officeDocument/2006/relationships" id="256" r:id="R21e426837a784677"/>
    <p:sldId xmlns:r="http://schemas.openxmlformats.org/officeDocument/2006/relationships" id="257" r:id="Rd94e27d41fa549f0"/>
    <p:sldId xmlns:r="http://schemas.openxmlformats.org/officeDocument/2006/relationships" id="258" r:id="R91e6cc25b0674fc9"/>
    <p:sldId xmlns:r="http://schemas.openxmlformats.org/officeDocument/2006/relationships" id="259" r:id="R173bbe58da0d4766"/>
    <p:sldId xmlns:r="http://schemas.openxmlformats.org/officeDocument/2006/relationships" id="260" r:id="Ra090a7635049444e"/>
    <p:sldId xmlns:r="http://schemas.openxmlformats.org/officeDocument/2006/relationships" id="261" r:id="R9eac080b3ede496a"/>
    <p:sldId xmlns:r="http://schemas.openxmlformats.org/officeDocument/2006/relationships" id="262" r:id="Ra337b77ede9645f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a3749beff94174" /><Relationship Type="http://schemas.openxmlformats.org/officeDocument/2006/relationships/slideMaster" Target="/ppt/slideMasters/slideMaster1.xml" Id="Rff3db4b21c974953" /><Relationship Type="http://schemas.openxmlformats.org/officeDocument/2006/relationships/notesMaster" Target="/ppt/notesMasters/notesMaster1.xml" Id="Rc79389f5dd88416f" /><Relationship Type="http://schemas.openxmlformats.org/officeDocument/2006/relationships/presProps" Target="/ppt/presProps.xml" Id="R26b35e094f374aea" /><Relationship Type="http://schemas.openxmlformats.org/officeDocument/2006/relationships/tableStyles" Target="/ppt/tableStyles.xml" Id="Rdb4d9fdeff7245cd" /><Relationship Type="http://schemas.openxmlformats.org/officeDocument/2006/relationships/slide" Target="/ppt/slides/slide1.xml" Id="R21e426837a784677" /><Relationship Type="http://schemas.openxmlformats.org/officeDocument/2006/relationships/slide" Target="/ppt/slides/slide2.xml" Id="Rd94e27d41fa549f0" /><Relationship Type="http://schemas.openxmlformats.org/officeDocument/2006/relationships/slide" Target="/ppt/slides/slide3.xml" Id="R91e6cc25b0674fc9" /><Relationship Type="http://schemas.openxmlformats.org/officeDocument/2006/relationships/slide" Target="/ppt/slides/slide4.xml" Id="R173bbe58da0d4766" /><Relationship Type="http://schemas.openxmlformats.org/officeDocument/2006/relationships/slide" Target="/ppt/slides/slide5.xml" Id="Ra090a7635049444e" /><Relationship Type="http://schemas.openxmlformats.org/officeDocument/2006/relationships/slide" Target="/ppt/slides/slide6.xml" Id="R9eac080b3ede496a" /><Relationship Type="http://schemas.openxmlformats.org/officeDocument/2006/relationships/slide" Target="/ppt/slides/slide7.xml" Id="Ra337b77ede9645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3052ceb9be48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7198279a8240fc" /><Relationship Type="http://schemas.openxmlformats.org/officeDocument/2006/relationships/notesMaster" Target="/ppt/notesMasters/notesMaster1.xml" Id="R0e868d3662df49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53b08b79fb4013" /><Relationship Type="http://schemas.openxmlformats.org/officeDocument/2006/relationships/notesMaster" Target="/ppt/notesMasters/notesMaster1.xml" Id="R5d1d9ea61e9a4c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521afaaeef4d10" /><Relationship Type="http://schemas.openxmlformats.org/officeDocument/2006/relationships/notesMaster" Target="/ppt/notesMasters/notesMaster1.xml" Id="Ra84cf52a44a64c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aa6d56938034db8" /><Relationship Type="http://schemas.openxmlformats.org/officeDocument/2006/relationships/notesMaster" Target="/ppt/notesMasters/notesMaster1.xml" Id="R742386e0833943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869ba807084f66" /><Relationship Type="http://schemas.openxmlformats.org/officeDocument/2006/relationships/notesMaster" Target="/ppt/notesMasters/notesMaster1.xml" Id="Rd90805c5c75143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e964876a304fcc" /><Relationship Type="http://schemas.openxmlformats.org/officeDocument/2006/relationships/notesMaster" Target="/ppt/notesMasters/notesMaster1.xml" Id="Rf15219d2e11c41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c9c3d678f854102" /><Relationship Type="http://schemas.openxmlformats.org/officeDocument/2006/relationships/notesMaster" Target="/ppt/notesMasters/notesMaster1.xml" Id="Rf54128b06f124fc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f4efb4842048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d35b69b38b41db" /><Relationship Type="http://schemas.openxmlformats.org/officeDocument/2006/relationships/slideLayout" Target="/ppt/slideLayouts/slideLayout1.xml" Id="R8f05a552acea4d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05a552acea4d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565cdbace4894" /><Relationship Type="http://schemas.openxmlformats.org/officeDocument/2006/relationships/image" Target="/ppt/media/image.png" Id="R471cff879d4a4d11" /><Relationship Type="http://schemas.openxmlformats.org/officeDocument/2006/relationships/notesSlide" Target="/ppt/notesSlides/notesSlide1.xml" Id="R10ffc2647bbd4f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10d8215ef4fe2" /><Relationship Type="http://schemas.openxmlformats.org/officeDocument/2006/relationships/image" Target="/ppt/media/image2.png" Id="R48609d8fa1ad4e64" /><Relationship Type="http://schemas.openxmlformats.org/officeDocument/2006/relationships/notesSlide" Target="/ppt/notesSlides/notesSlide2.xml" Id="R1697d11ad7c349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2d128704de4ce5" /><Relationship Type="http://schemas.openxmlformats.org/officeDocument/2006/relationships/image" Target="/ppt/media/image3.png" Id="R373aa66ed5e84250" /><Relationship Type="http://schemas.openxmlformats.org/officeDocument/2006/relationships/notesSlide" Target="/ppt/notesSlides/notesSlide3.xml" Id="R6ade38742f154a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79c4dee9124473" /><Relationship Type="http://schemas.openxmlformats.org/officeDocument/2006/relationships/image" Target="/ppt/media/image4.png" Id="Rc815984df8b34269" /><Relationship Type="http://schemas.openxmlformats.org/officeDocument/2006/relationships/notesSlide" Target="/ppt/notesSlides/notesSlide4.xml" Id="Rd45c1ec863ac42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9e34ce93249f4" /><Relationship Type="http://schemas.openxmlformats.org/officeDocument/2006/relationships/image" Target="/ppt/media/image5.png" Id="R205f78019f064913" /><Relationship Type="http://schemas.openxmlformats.org/officeDocument/2006/relationships/image" Target="/ppt/media/image6.png" Id="Rc96c5f54761d475d" /><Relationship Type="http://schemas.openxmlformats.org/officeDocument/2006/relationships/notesSlide" Target="/ppt/notesSlides/notesSlide5.xml" Id="R78b9843a8ebe47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fc56fd94c4eb5" /><Relationship Type="http://schemas.openxmlformats.org/officeDocument/2006/relationships/image" Target="/ppt/media/image7.png" Id="R78c74e4e52e447d6" /><Relationship Type="http://schemas.openxmlformats.org/officeDocument/2006/relationships/image" Target="/ppt/media/image8.png" Id="R4dfd7fbc7bb84f49" /><Relationship Type="http://schemas.openxmlformats.org/officeDocument/2006/relationships/image" Target="/ppt/media/image9.png" Id="Re221589b14334054" /><Relationship Type="http://schemas.openxmlformats.org/officeDocument/2006/relationships/image" Target="/ppt/media/image10.png" Id="Rd2c4a36fcb774ea4" /><Relationship Type="http://schemas.openxmlformats.org/officeDocument/2006/relationships/image" Target="/ppt/media/image11.png" Id="R0550b6aa0df7400b" /><Relationship Type="http://schemas.openxmlformats.org/officeDocument/2006/relationships/image" Target="/ppt/media/image12.png" Id="Rad1da7ed25d94ee3" /><Relationship Type="http://schemas.openxmlformats.org/officeDocument/2006/relationships/notesSlide" Target="/ppt/notesSlides/notesSlide6.xml" Id="R22919a6307b344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18e7c6126947f4" /><Relationship Type="http://schemas.openxmlformats.org/officeDocument/2006/relationships/image" Target="/ppt/media/image13.png" Id="Rec980da1b67a44ba" /><Relationship Type="http://schemas.openxmlformats.org/officeDocument/2006/relationships/image" Target="/ppt/media/image14.png" Id="R38d82cb2f59f4a06" /><Relationship Type="http://schemas.openxmlformats.org/officeDocument/2006/relationships/notesSlide" Target="/ppt/notesSlides/notesSlide7.xml" Id="R0cc5a78a5ae843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1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cff879d4a4d1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3EEAF9-5B8A-4C9D-B8D2-706958F5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92254A-E297-413E-8F3D-A38FFE83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90600"/>
            <a:ext cx="38576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能工智人：遗忘工坊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E2066-1AEF-4CB5-81BA-FCB3EED5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3714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DF4FF"/>
                </a:solidFill>
              </a:defRPr>
            </a:pPr>
            <a:r>
              <a:rPr sz="1650" b="1">
                <a:solidFill>
                  <a:srgbClr val="DDF4FF"/>
                </a:solidFill>
              </a:rPr>
              <a:t>Craftsmen and Homo Sapiens:</a:t>
            </a:r>
          </a:p>
          <a:p xmlns:a="http://schemas.openxmlformats.org/drawingml/2006/main">
            <a:pPr>
              <a:defRPr sz="1650" b="1">
                <a:solidFill>
                  <a:srgbClr val="DDF4FF"/>
                </a:solidFill>
              </a:defRPr>
            </a:pPr>
            <a:r>
              <a:rPr sz="1650" b="1">
                <a:solidFill>
                  <a:srgbClr val="DDF4FF"/>
                </a:solidFill>
              </a:rPr>
              <a:t>The Forgotten Forge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A2890-1A92-43F1-BAB7-4973292B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385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B4D1"/>
                </a:solidFill>
              </a:defRPr>
            </a:pPr>
            <a:r>
              <a:rPr sz="1650" b="1">
                <a:solidFill>
                  <a:srgbClr val="FFB4D1"/>
                </a:solidFill>
              </a:rPr>
              <a:t>叙事类游戏 / Narrative Games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058987-62A0-4396-BDC3-A0800463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29050"/>
            <a:ext cx="352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AI 叙事驱动的横版动作冒险，在地下工坊的记忆日志中揭开文明冲突真相。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75E2D2-9A01-4D2E-B35E-90578F9A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816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4E4"/>
                </a:solidFill>
              </a:defRPr>
            </a:pPr>
            <a:r>
              <a:rPr sz="1350">
                <a:solidFill>
                  <a:srgbClr val="FFF4E4"/>
                </a:solidFill>
              </a:rPr>
              <a:t>Team：落云宗    成员：秦天 / 陈磊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AE6F38-F573-46C6-8603-0E062568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674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4E4"/>
                </a:solidFill>
              </a:defRPr>
            </a:pPr>
            <a:r>
              <a:rPr sz="1200">
                <a:solidFill>
                  <a:srgbClr val="FFF4E4"/>
                </a:solidFill>
              </a:rPr>
              <a:t>Demo Link：待回填</a:t>
            </a:r>
          </a:p>
        </p:txBody>
      </p:sp>
    </p:spTree>
    <p:extLst>
      <p:ext uri="{BB962C8B-B14F-4D97-AF65-F5344CB8AC3E}">
        <p14:creationId xmlns:p14="http://schemas.microsoft.com/office/powerpoint/2010/main" val="21132419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609d8fa1ad4e64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914400"/>
            <a:ext cx="6667500" cy="4572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C8D140-A274-4BD0-A070-1C0707AC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04775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C2348"/>
                </a:solidFill>
              </a:defRPr>
            </a:pPr>
            <a:r>
              <a:rPr sz="3300" b="1">
                <a:solidFill>
                  <a:srgbClr val="2C2348"/>
                </a:solidFill>
              </a:rPr>
              <a:t>游戏是什么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47AD2D-3C54-4DF7-9D08-F9EC69E2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52600"/>
            <a:ext cx="323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95F84"/>
                </a:solidFill>
              </a:defRPr>
            </a:pPr>
            <a:r>
              <a:rPr sz="1650">
                <a:solidFill>
                  <a:srgbClr val="695F84"/>
                </a:solidFill>
              </a:rPr>
              <a:t>玩家进入一座会留下记忆的地下工坊，在房间推进和动作战斗中拼合文明冲突的真相。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696BA8-A112-4B91-86FD-94BEAD8F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19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9409C-2830-4E1E-9C2F-92D1763F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432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横版动作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43C70-4A3F-488D-8971-36AA86B7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348008-E664-4CA1-A665-ABE0EE1A7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338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房间推进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00E0EA-4311-4200-A1A8-BFF760D7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005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6345C8-5CDE-41DD-BE3E-F1B4C46F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243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AI 记忆日志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40C61D-31C3-42AC-B3CD-76E05BE0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02 / 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E929E4-299A-49A5-8B0F-D7BE8E67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19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9478762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B8A5F6-1DE4-4BA4-A4C4-49445E03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</a:defRPr>
            </a:pPr>
            <a:r>
              <a:rPr sz="3150" b="1">
                <a:solidFill>
                  <a:srgbClr val="2C2348"/>
                </a:solidFill>
              </a:rPr>
              <a:t>AI 叙事进入游戏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B85AA1-88F5-4611-BAC1-ABE3ABB1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5F84"/>
                </a:solidFill>
              </a:defRPr>
            </a:pPr>
            <a:r>
              <a:rPr sz="1500">
                <a:solidFill>
                  <a:srgbClr val="695F84"/>
                </a:solidFill>
              </a:rPr>
              <a:t>真实 NPC 对话截图说明：AI 生成内容进入 UI 与流程，而不是只停留在文档里。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3aa66ed5e84250"/>
          <a:srcRect xmlns:a="http://schemas.openxmlformats.org/drawingml/2006/main" l="291" t="0" r="2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95450"/>
            <a:ext cx="72390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37277D-3547-420A-B8B3-AA4CF3BD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695450"/>
            <a:ext cx="3124200" cy="40957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9BA714-6FC8-4FED-A70E-8E4840EA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764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634893"/>
                </a:solidFill>
              </a:defRPr>
            </a:pPr>
            <a:r>
              <a:rPr sz="2100" b="1">
                <a:solidFill>
                  <a:srgbClr val="634893"/>
                </a:solidFill>
              </a:rPr>
              <a:t>AI 生成内容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E23BB1-234A-4844-8C20-4ECE5686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575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B89AF-65F7-49C8-A253-91C2C074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世界观与势力关系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6775E7-6FFD-4BEC-83D7-541D0016D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792462-0BAC-40AD-8EB4-8DFCD668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718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房间记忆日志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577C47-FAE5-4AC1-8DA3-3FE94500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3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6AFA97-A010-4827-AB7D-D5BC2F4C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624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Boss 背景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BFF907-BBCA-4847-BC71-849D2899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29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20FF4D-52CE-4289-9A76-5E834D78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529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结局文本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4001C2-A2A8-477A-87DB-0EDA14DD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03 / 07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A86AF9-83D8-4CF8-9E28-1C55E045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19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9483879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CB6855-D337-45A4-B84B-86D8A927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</a:defRPr>
            </a:pPr>
            <a:r>
              <a:rPr sz="3150" b="1">
                <a:solidFill>
                  <a:srgbClr val="2C2348"/>
                </a:solidFill>
              </a:rPr>
              <a:t>背包、装备与成长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15984df8b34269"/>
          <a:srcRect xmlns:a="http://schemas.openxmlformats.org/drawingml/2006/main" l="2907" t="0" r="290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409700"/>
            <a:ext cx="6858000" cy="4095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C35BC-E78D-43AC-A0D2-4688255C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8590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系统在 Demo 中承担“变强”的可见反馈。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7795B0-6946-4C29-B664-B29A3A6C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52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D40D1C-0A4B-4AE4-B5F8-48A6A281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765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装备说明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B80588-D80B-4ABD-A194-D83B2F4D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8D2B64-6A2E-49A1-8E09-4CF49512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67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角色属性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F2F33-149C-431F-BE4A-F0F8DC9B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33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FA1DEB-BA5C-44B7-98B1-4CB25784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576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道具与材料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B34E93-16E9-4207-A990-3B98346E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24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93C016-2546-4E75-8194-AC4E557F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48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</a:defRPr>
            </a:pPr>
            <a:r>
              <a:rPr sz="1800" b="1">
                <a:solidFill>
                  <a:srgbClr val="2C2348"/>
                </a:solidFill>
              </a:rPr>
              <a:t>战斗数值成长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A58294-BBD9-49E0-BDA6-E576FB82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04 / 07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A7D9AB-6C61-4064-831B-7978E719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19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0835133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4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A407E0-505C-4CE8-8568-72E25EF8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</a:defRPr>
            </a:pPr>
            <a:r>
              <a:rPr sz="3150" b="1">
                <a:solidFill>
                  <a:srgbClr val="2C2348"/>
                </a:solidFill>
              </a:rPr>
              <a:t>合成与技能树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53804E-087F-4591-9973-B6EBCB8D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4893"/>
                </a:solidFill>
              </a:defRPr>
            </a:pPr>
            <a:r>
              <a:rPr sz="1650" b="1">
                <a:solidFill>
                  <a:srgbClr val="634893"/>
                </a:solidFill>
              </a:rPr>
              <a:t>材料掉落 -&gt; 合成道具 -&gt; 学习技能 -&gt; 强化战斗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5f78019f064913"/>
          <a:srcRect xmlns:a="http://schemas.openxmlformats.org/drawingml/2006/main" l="10473" t="0" r="10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657350"/>
            <a:ext cx="4953000" cy="3524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051D07-139D-475D-A352-8FEB8E0C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353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</a:defRPr>
            </a:pPr>
            <a:r>
              <a:rPr sz="1800" b="1">
                <a:solidFill>
                  <a:srgbClr val="634893"/>
                </a:solidFill>
              </a:rPr>
              <a:t>Crafting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4DD68-A890-4597-A37B-B30F44B9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432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80B8"/>
                </a:solidFill>
              </a:defRPr>
            </a:pPr>
            <a:r>
              <a:rPr sz="3150" b="1">
                <a:solidFill>
                  <a:srgbClr val="FF80B8"/>
                </a:solidFill>
              </a:rPr>
              <a:t>➜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6c5f54761d475d"/>
          <a:srcRect xmlns:a="http://schemas.openxmlformats.org/drawingml/2006/main" l="10473" t="0" r="10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657350"/>
            <a:ext cx="4953000" cy="3524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DA4858-6455-4E03-81C2-7B57F60E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53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</a:defRPr>
            </a:pPr>
            <a:r>
              <a:rPr sz="1800" b="1">
                <a:solidFill>
                  <a:srgbClr val="634893"/>
                </a:solidFill>
              </a:rPr>
              <a:t>Skill Tree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704CF1-E090-4ACB-99C6-2B2F542F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05 / 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3C9E43-E0B2-4016-90B7-16F096C4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19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9826703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CE6370-5D6D-45FD-AB7C-ECB5C7B7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</a:defRPr>
            </a:pPr>
            <a:r>
              <a:rPr sz="3150" b="1">
                <a:solidFill>
                  <a:srgbClr val="2C2348"/>
                </a:solidFill>
              </a:rPr>
              <a:t>Demo 录屏路线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331091-5E38-45B7-95D3-946309A1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95F84"/>
                </a:solidFill>
              </a:defRPr>
            </a:pPr>
            <a:r>
              <a:rPr sz="1575">
                <a:solidFill>
                  <a:srgbClr val="695F84"/>
                </a:solidFill>
              </a:rPr>
              <a:t>按这个顺序录，评委 3–5 分钟可以看懂完整闭环。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c74e4e52e447d6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969A95-EA7C-4FE3-80DF-89F5E9C9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</a:defRPr>
            </a:pPr>
            <a:r>
              <a:rPr sz="1425" b="1">
                <a:solidFill>
                  <a:srgbClr val="2C2348"/>
                </a:solidFill>
              </a:rPr>
              <a:t>0:00 移动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fd7fbc7bb84f49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1960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AF921F-4373-43C1-8029-7358F7BB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</a:defRPr>
            </a:pPr>
            <a:r>
              <a:rPr sz="1425" b="1">
                <a:solidFill>
                  <a:srgbClr val="2C2348"/>
                </a:solidFill>
              </a:rPr>
              <a:t>0:30 对话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1589b14334054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E8602D-F403-4622-88FB-6210B219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</a:defRPr>
            </a:pPr>
            <a:r>
              <a:rPr sz="1425" b="1">
                <a:solidFill>
                  <a:srgbClr val="2C2348"/>
                </a:solidFill>
              </a:rPr>
              <a:t>1:30 背包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c4a36fcb774ea4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045BB5-3FBE-4098-8A9E-D6286F05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</a:defRPr>
            </a:pPr>
            <a:r>
              <a:rPr sz="1425" b="1">
                <a:solidFill>
                  <a:srgbClr val="2C2348"/>
                </a:solidFill>
              </a:rPr>
              <a:t>2:00 合成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50b6aa0df7400b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1960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B94F0C-4472-41A5-A299-71FF9D36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</a:defRPr>
            </a:pPr>
            <a:r>
              <a:rPr sz="1425" b="1">
                <a:solidFill>
                  <a:srgbClr val="2C2348"/>
                </a:solidFill>
              </a:rPr>
              <a:t>2:30 技能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da7ed25d94ee3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081F2D-CA5B-448C-A89A-26D36864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</a:defRPr>
            </a:pPr>
            <a:r>
              <a:rPr sz="1425" b="1">
                <a:solidFill>
                  <a:srgbClr val="2C2348"/>
                </a:solidFill>
              </a:rPr>
              <a:t>3:30 Boss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3144B7-9BBB-43AF-A89F-27540567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06 / 07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8F2C28-B6E2-4D6D-B957-A7CE6EFF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19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3693639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F02F58-778D-4264-A006-4A8165F6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C2348"/>
                </a:solidFill>
              </a:defRPr>
            </a:pPr>
            <a:r>
              <a:rPr sz="3000" b="1">
                <a:solidFill>
                  <a:srgbClr val="2C2348"/>
                </a:solidFill>
              </a:rPr>
              <a:t>技术结构与部署准备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80da1b67a44ba"/>
          <a:stretch xmlns:a="http://schemas.openxmlformats.org/drawingml/2006/main"/>
        </p:blipFill>
        <p:spPr>
          <a:xfrm xmlns:a="http://schemas.openxmlformats.org/drawingml/2006/main">
            <a:off x="571500" y="1821656"/>
            <a:ext cx="5715000" cy="3214688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82cb2f59f4a06"/>
          <a:srcRect xmlns:a="http://schemas.openxmlformats.org/drawingml/2006/main" l="1042" t="0" r="10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19900" y="1504950"/>
            <a:ext cx="4476750" cy="2571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DF0C98-FE04-4779-A161-064A9F73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577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634893"/>
                </a:solidFill>
              </a:defRPr>
            </a:pPr>
            <a:r>
              <a:rPr sz="1950" b="1">
                <a:solidFill>
                  <a:srgbClr val="634893"/>
                </a:solidFill>
              </a:rPr>
              <a:t>Unity 2D 模块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0CFD5-EE8A-4D02-B70E-75937947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577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5F84"/>
                </a:solidFill>
              </a:defRPr>
            </a:pPr>
            <a:r>
              <a:rPr sz="1500">
                <a:solidFill>
                  <a:srgbClr val="695F84"/>
                </a:solidFill>
              </a:rPr>
              <a:t>Player / Combat / Enemy / Rooms / UI / Dialogue / Craft / Skill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0D0940-87F8-49B1-B578-2BDD2245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435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C2348"/>
                </a:solidFill>
              </a:defRPr>
            </a:pPr>
            <a:r>
              <a:rPr sz="1350">
                <a:solidFill>
                  <a:srgbClr val="2C2348"/>
                </a:solidFill>
              </a:rPr>
              <a:t>WebGL Build 可部署到 Render、Cloudflare Pages 或 GitHub Pages。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682858-B301-4969-8AB0-7B03DDEF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07 / 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5B409D-7DE3-461A-AC8E-B1340593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19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20483890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2026-06-15T11:43:45.5070000Z</dcterms:created>
  <dcterms:modified xsi:type="dcterms:W3CDTF">2026-06-15T11:43:45.5070000Z</dcterms:modified>
</coreProperties>
</file>