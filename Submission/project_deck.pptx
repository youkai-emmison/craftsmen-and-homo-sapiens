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704136e0261471e" /><Relationship Type="http://schemas.openxmlformats.org/officeDocument/2006/relationships/extended-properties" Target="/docProps/app.xml" Id="R1ba9dd76336a4beb" /><Relationship Type="http://schemas.openxmlformats.org/officeDocument/2006/relationships/officeDocument" Target="/ppt/presentation.xml" Id="Re521fe93958a4ac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ea695e1957644ed"/>
  </p:sldMasterIdLst>
  <p:notesMasterIdLst>
    <p:notesMasterId xmlns:r="http://schemas.openxmlformats.org/officeDocument/2006/relationships" r:id="Rfcd0de481dca4710"/>
  </p:notesMasterIdLst>
  <p:sldIdLst>
    <p:sldId xmlns:r="http://schemas.openxmlformats.org/officeDocument/2006/relationships" id="256" r:id="R66b4c5b8ef064426"/>
    <p:sldId xmlns:r="http://schemas.openxmlformats.org/officeDocument/2006/relationships" id="257" r:id="R4b6bfb651e4842d7"/>
    <p:sldId xmlns:r="http://schemas.openxmlformats.org/officeDocument/2006/relationships" id="258" r:id="Rb6517d48bef542c0"/>
    <p:sldId xmlns:r="http://schemas.openxmlformats.org/officeDocument/2006/relationships" id="259" r:id="R886b60a37cde40c8"/>
    <p:sldId xmlns:r="http://schemas.openxmlformats.org/officeDocument/2006/relationships" id="260" r:id="R55c54d3c6d574122"/>
    <p:sldId xmlns:r="http://schemas.openxmlformats.org/officeDocument/2006/relationships" id="261" r:id="Rcb91e771d497449a"/>
    <p:sldId xmlns:r="http://schemas.openxmlformats.org/officeDocument/2006/relationships" id="262" r:id="R5ffe191096834ff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0b3ecaedf0f4a3b" /><Relationship Type="http://schemas.openxmlformats.org/officeDocument/2006/relationships/slideMaster" Target="/ppt/slideMasters/slideMaster1.xml" Id="Rfea695e1957644ed" /><Relationship Type="http://schemas.openxmlformats.org/officeDocument/2006/relationships/notesMaster" Target="/ppt/notesMasters/notesMaster1.xml" Id="Rfcd0de481dca4710" /><Relationship Type="http://schemas.openxmlformats.org/officeDocument/2006/relationships/presProps" Target="/ppt/presProps.xml" Id="Rb4be1995764c43f2" /><Relationship Type="http://schemas.openxmlformats.org/officeDocument/2006/relationships/tableStyles" Target="/ppt/tableStyles.xml" Id="Re7d846e5c8884075" /><Relationship Type="http://schemas.openxmlformats.org/officeDocument/2006/relationships/slide" Target="/ppt/slides/slide1.xml" Id="R66b4c5b8ef064426" /><Relationship Type="http://schemas.openxmlformats.org/officeDocument/2006/relationships/slide" Target="/ppt/slides/slide2.xml" Id="R4b6bfb651e4842d7" /><Relationship Type="http://schemas.openxmlformats.org/officeDocument/2006/relationships/slide" Target="/ppt/slides/slide3.xml" Id="Rb6517d48bef542c0" /><Relationship Type="http://schemas.openxmlformats.org/officeDocument/2006/relationships/slide" Target="/ppt/slides/slide4.xml" Id="R886b60a37cde40c8" /><Relationship Type="http://schemas.openxmlformats.org/officeDocument/2006/relationships/slide" Target="/ppt/slides/slide5.xml" Id="R55c54d3c6d574122" /><Relationship Type="http://schemas.openxmlformats.org/officeDocument/2006/relationships/slide" Target="/ppt/slides/slide6.xml" Id="Rcb91e771d497449a" /><Relationship Type="http://schemas.openxmlformats.org/officeDocument/2006/relationships/slide" Target="/ppt/slides/slide7.xml" Id="R5ffe191096834ff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cdf016924c2481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f04b6c898f14c62" /><Relationship Type="http://schemas.openxmlformats.org/officeDocument/2006/relationships/notesMaster" Target="/ppt/notesMasters/notesMaster1.xml" Id="Re5e92da9617e463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df0c901efc24cfb" /><Relationship Type="http://schemas.openxmlformats.org/officeDocument/2006/relationships/notesMaster" Target="/ppt/notesMasters/notesMaster1.xml" Id="R424eff6e223a426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3b17230d8dd4330" /><Relationship Type="http://schemas.openxmlformats.org/officeDocument/2006/relationships/notesMaster" Target="/ppt/notesMasters/notesMaster1.xml" Id="Rd0967d96fb96466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e7c67bc25984ce5" /><Relationship Type="http://schemas.openxmlformats.org/officeDocument/2006/relationships/notesMaster" Target="/ppt/notesMasters/notesMaster1.xml" Id="R71140710540f4a4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2deb2fb457e47ef" /><Relationship Type="http://schemas.openxmlformats.org/officeDocument/2006/relationships/notesMaster" Target="/ppt/notesMasters/notesMaster1.xml" Id="Rdb1c42a4594443c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ef7207c0ed34984" /><Relationship Type="http://schemas.openxmlformats.org/officeDocument/2006/relationships/notesMaster" Target="/ppt/notesMasters/notesMaster1.xml" Id="R463acf5073574d8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9c90b7c6e1d4724" /><Relationship Type="http://schemas.openxmlformats.org/officeDocument/2006/relationships/notesMaster" Target="/ppt/notesMasters/notesMaster1.xml" Id="R980bd96256804a1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bd6a1bfd404dc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17325283ce04d83" /><Relationship Type="http://schemas.openxmlformats.org/officeDocument/2006/relationships/slideLayout" Target="/ppt/slideLayouts/slideLayout1.xml" Id="R504a811441084b9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04a811441084b9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a73013e7e34746" /><Relationship Type="http://schemas.openxmlformats.org/officeDocument/2006/relationships/image" Target="/ppt/media/image.png" Id="R512f1698cc99487d" /><Relationship Type="http://schemas.openxmlformats.org/officeDocument/2006/relationships/notesSlide" Target="/ppt/notesSlides/notesSlide1.xml" Id="R98854873ee554ef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e413e1dced4e46" /><Relationship Type="http://schemas.openxmlformats.org/officeDocument/2006/relationships/image" Target="/ppt/media/image2.png" Id="R46b8635d5c224a18" /><Relationship Type="http://schemas.openxmlformats.org/officeDocument/2006/relationships/notesSlide" Target="/ppt/notesSlides/notesSlide2.xml" Id="R7ac3b5b7a01b462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0640262b374195" /><Relationship Type="http://schemas.openxmlformats.org/officeDocument/2006/relationships/image" Target="/ppt/media/image3.png" Id="R1ad69e6c07e646e3" /><Relationship Type="http://schemas.openxmlformats.org/officeDocument/2006/relationships/notesSlide" Target="/ppt/notesSlides/notesSlide3.xml" Id="R5378a2554577482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30192a559449de" /><Relationship Type="http://schemas.openxmlformats.org/officeDocument/2006/relationships/image" Target="/ppt/media/image4.png" Id="R89b191c6c9f743b6" /><Relationship Type="http://schemas.openxmlformats.org/officeDocument/2006/relationships/image" Target="/ppt/media/image5.png" Id="Re0bd0b1fee3d4c09" /><Relationship Type="http://schemas.openxmlformats.org/officeDocument/2006/relationships/notesSlide" Target="/ppt/notesSlides/notesSlide4.xml" Id="Raf8cb461ab71477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50d72f06974178" /><Relationship Type="http://schemas.openxmlformats.org/officeDocument/2006/relationships/image" Target="/ppt/media/image6.png" Id="R735fe1266e0546c5" /><Relationship Type="http://schemas.openxmlformats.org/officeDocument/2006/relationships/notesSlide" Target="/ppt/notesSlides/notesSlide5.xml" Id="R1c68c5d3a3b647d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948034bbf24c55" /><Relationship Type="http://schemas.openxmlformats.org/officeDocument/2006/relationships/image" Target="/ppt/media/image7.png" Id="R541b3910b9064eec" /><Relationship Type="http://schemas.openxmlformats.org/officeDocument/2006/relationships/notesSlide" Target="/ppt/notesSlides/notesSlide6.xml" Id="Rc88cf975c7154d3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92a3a6ce42474e" /><Relationship Type="http://schemas.openxmlformats.org/officeDocument/2006/relationships/image" Target="/ppt/media/image8.png" Id="R0063289100944a6b" /><Relationship Type="http://schemas.openxmlformats.org/officeDocument/2006/relationships/notesSlide" Target="/ppt/notesSlides/notesSlide7.xml" Id="R6ba19782940c416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8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E55FA28-AECA-4629-A706-4FC2C6488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495300" y="514350"/>
            <a:ext cx="1143000" cy="114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F4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FB63D5-9B35-4E07-8D5D-FEBF20A48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-495300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E0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C627E5-E5DA-451E-8ECA-3ACE5A78D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80B8"/>
                </a:solidFill>
              </a:defRPr>
            </a:pPr>
            <a:r>
              <a:rPr sz="900" b="1">
                <a:solidFill>
                  <a:srgbClr val="FF80B8"/>
                </a:solidFill>
              </a:rPr>
              <a:t>01 / 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0D157A-B6A2-4536-9E30-4B2E6AEC1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238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695F84"/>
                </a:solidFill>
              </a:defRPr>
            </a:pPr>
            <a:r>
              <a:rPr sz="900" b="1">
                <a:solidFill>
                  <a:srgbClr val="695F84"/>
                </a:solidFill>
              </a:rPr>
              <a:t>Title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2f1698cc99487d"/>
          <a:stretch xmlns:a="http://schemas.openxmlformats.org/drawingml/2006/main"/>
        </p:blipFill>
        <p:spPr>
          <a:xfrm xmlns:a="http://schemas.openxmlformats.org/drawingml/2006/main">
            <a:off x="4762500" y="1527572"/>
            <a:ext cx="6286500" cy="3536156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F19CF3-E30A-4C5D-A591-86285B8BD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4476750" cy="285750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F80B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9D3DC5-521B-4AEF-881F-EB3F91B1B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466850"/>
            <a:ext cx="3905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322853"/>
                </a:solidFill>
              </a:defRPr>
            </a:pPr>
            <a:r>
              <a:rPr sz="2925" b="1">
                <a:solidFill>
                  <a:srgbClr val="322853"/>
                </a:solidFill>
              </a:rPr>
              <a:t>能工智人：遗忘工坊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43A5CC-EF6A-4630-A159-163C84DF5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33600"/>
            <a:ext cx="3619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634893"/>
                </a:solidFill>
              </a:defRPr>
            </a:pPr>
            <a:r>
              <a:rPr sz="1650" b="1">
                <a:solidFill>
                  <a:srgbClr val="634893"/>
                </a:solidFill>
              </a:rPr>
              <a:t>Craftsmen and Homo Sapiens:</a:t>
            </a:r>
          </a:p>
          <a:p xmlns:a="http://schemas.openxmlformats.org/drawingml/2006/main">
            <a:pPr>
              <a:defRPr sz="1650" b="1">
                <a:solidFill>
                  <a:srgbClr val="634893"/>
                </a:solidFill>
              </a:defRPr>
            </a:pPr>
            <a:r>
              <a:rPr sz="1650" b="1">
                <a:solidFill>
                  <a:srgbClr val="634893"/>
                </a:solidFill>
              </a:rPr>
              <a:t>The Forgotten Forge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CA72CC-7F27-4DD4-81F0-3582E8C3E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956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80B8"/>
                </a:solidFill>
              </a:defRPr>
            </a:pPr>
            <a:r>
              <a:rPr sz="1575" b="1">
                <a:solidFill>
                  <a:srgbClr val="FF80B8"/>
                </a:solidFill>
              </a:rPr>
              <a:t>叙事类游戏 / Narrative Games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43726E-3DE0-405C-8B26-B0930FA21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33375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22853"/>
                </a:solidFill>
              </a:defRPr>
            </a:pPr>
            <a:r>
              <a:rPr sz="1500">
                <a:solidFill>
                  <a:srgbClr val="322853"/>
                </a:solidFill>
              </a:rPr>
              <a:t>AI 叙事 + 横版动作 + 工坊记忆日志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611468-D1F1-4AF1-A173-807ED6854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</a:defRPr>
            </a:pPr>
            <a:r>
              <a:rPr sz="900">
                <a:solidFill>
                  <a:srgbClr val="695F84"/>
                </a:solidFill>
              </a:rPr>
              <a:t>能工智人：遗忘工坊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A001E0-6694-4D36-A83F-B56E2E4B3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5151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</a:defRPr>
            </a:pPr>
            <a:r>
              <a:rPr sz="900">
                <a:solidFill>
                  <a:srgbClr val="695F84"/>
                </a:solidFill>
              </a:rPr>
              <a:t>叙事类游戏 / Narrative Games</a:t>
            </a:r>
          </a:p>
        </p:txBody>
      </p:sp>
    </p:spTree>
    <p:extLst>
      <p:ext uri="{BB962C8B-B14F-4D97-AF65-F5344CB8AC3E}">
        <p14:creationId xmlns:p14="http://schemas.microsoft.com/office/powerpoint/2010/main" val="107747892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8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C9D84FF-2639-4B50-828A-28E54CDCC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495300" y="514350"/>
            <a:ext cx="1143000" cy="114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F4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49CD6C-4E09-44AA-A399-9AE362A4E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-495300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E0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77BFCD-3BA1-4690-BF8B-A7F544155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80B8"/>
                </a:solidFill>
              </a:defRPr>
            </a:pPr>
            <a:r>
              <a:rPr sz="900" b="1">
                <a:solidFill>
                  <a:srgbClr val="FF80B8"/>
                </a:solidFill>
              </a:rPr>
              <a:t>02 / 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5EC0E2-EEDE-463C-BB9A-8A050F9B2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238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695F84"/>
                </a:solidFill>
              </a:defRPr>
            </a:pPr>
            <a:r>
              <a:rPr sz="900" b="1">
                <a:solidFill>
                  <a:srgbClr val="695F84"/>
                </a:solidFill>
              </a:rPr>
              <a:t>Game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b8635d5c224a18"/>
          <a:stretch xmlns:a="http://schemas.openxmlformats.org/drawingml/2006/main"/>
        </p:blipFill>
        <p:spPr>
          <a:xfrm xmlns:a="http://schemas.openxmlformats.org/drawingml/2006/main">
            <a:off x="628650" y="1643063"/>
            <a:ext cx="5334000" cy="300037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ACE05B-8E7B-4B4C-95D7-1EB5E1952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143000"/>
            <a:ext cx="342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322853"/>
                </a:solidFill>
              </a:defRPr>
            </a:pPr>
            <a:r>
              <a:rPr sz="3225" b="1">
                <a:solidFill>
                  <a:srgbClr val="322853"/>
                </a:solidFill>
              </a:rPr>
              <a:t>游戏是什么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B97BFE-6546-46CD-A1B2-B44DF586A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809750"/>
            <a:ext cx="4000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695F84"/>
                </a:solidFill>
              </a:defRPr>
            </a:pPr>
            <a:r>
              <a:rPr sz="1725">
                <a:solidFill>
                  <a:srgbClr val="695F84"/>
                </a:solidFill>
              </a:rPr>
              <a:t>玩家进入一座会留下记忆的地下工坊，在轻量动作战斗中拼合文明冲突的真相。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3A3EF4-18B4-4309-8314-0E1946DFE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289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80B8"/>
                </a:solidFill>
              </a:defRPr>
            </a:pPr>
            <a:r>
              <a:rPr sz="2025" b="1">
                <a:solidFill>
                  <a:srgbClr val="FF80B8"/>
                </a:solidFill>
              </a:rPr>
              <a:t>横版动作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5F129C-8490-412B-AC62-5B32FF8C1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385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74CDFF"/>
                </a:solidFill>
              </a:defRPr>
            </a:pPr>
            <a:r>
              <a:rPr sz="2025" b="1">
                <a:solidFill>
                  <a:srgbClr val="74CDFF"/>
                </a:solidFill>
              </a:rPr>
              <a:t>房间推进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394D57-9F84-4987-8FEB-3C520E40B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2481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634893"/>
                </a:solidFill>
              </a:defRPr>
            </a:pPr>
            <a:r>
              <a:rPr sz="2025" b="1">
                <a:solidFill>
                  <a:srgbClr val="634893"/>
                </a:solidFill>
              </a:rPr>
              <a:t>AI 记忆日志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C74182-A6AC-482D-86F4-0DB5A3D75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</a:defRPr>
            </a:pPr>
            <a:r>
              <a:rPr sz="900">
                <a:solidFill>
                  <a:srgbClr val="695F84"/>
                </a:solidFill>
              </a:rPr>
              <a:t>能工智人：遗忘工坊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B61EFF-ABF0-4F48-A725-937687489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5151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</a:defRPr>
            </a:pPr>
            <a:r>
              <a:rPr sz="900">
                <a:solidFill>
                  <a:srgbClr val="695F84"/>
                </a:solidFill>
              </a:rPr>
              <a:t>叙事类游戏 / Narrative Games</a:t>
            </a:r>
          </a:p>
        </p:txBody>
      </p:sp>
    </p:spTree>
    <p:extLst>
      <p:ext uri="{BB962C8B-B14F-4D97-AF65-F5344CB8AC3E}">
        <p14:creationId xmlns:p14="http://schemas.microsoft.com/office/powerpoint/2010/main" val="162352881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8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3896CEB-06FA-40A4-AC0F-8D98BC35D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495300" y="514350"/>
            <a:ext cx="1143000" cy="114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F4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82AFB9-E3A8-4B4F-BD06-4353A1C44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-495300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E0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A04550-278A-4EA1-8EB6-D2A9419C1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80B8"/>
                </a:solidFill>
              </a:defRPr>
            </a:pPr>
            <a:r>
              <a:rPr sz="900" b="1">
                <a:solidFill>
                  <a:srgbClr val="FF80B8"/>
                </a:solidFill>
              </a:rPr>
              <a:t>03 / 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F6459F-F4FD-4CC8-8E1A-49CF7C964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238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695F84"/>
                </a:solidFill>
              </a:defRPr>
            </a:pPr>
            <a:r>
              <a:rPr sz="900" b="1">
                <a:solidFill>
                  <a:srgbClr val="695F84"/>
                </a:solidFill>
              </a:rPr>
              <a:t>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6C7531-263E-479E-BF34-7A3D5420F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0010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322853"/>
                </a:solidFill>
              </a:defRPr>
            </a:pPr>
            <a:r>
              <a:rPr sz="3225" b="1">
                <a:solidFill>
                  <a:srgbClr val="322853"/>
                </a:solidFill>
              </a:rPr>
              <a:t>核心玩法循环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A2AFE3-2417-4E36-95D5-7ECB64248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723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95F84"/>
                </a:solidFill>
              </a:defRPr>
            </a:pPr>
            <a:r>
              <a:rPr sz="1650">
                <a:solidFill>
                  <a:srgbClr val="695F84"/>
                </a:solidFill>
              </a:rPr>
              <a:t>一条路线讲清楚 Demo：读日志、战斗、成长、开门、Boss、结局。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d69e6c07e646e3"/>
          <a:stretch xmlns:a="http://schemas.openxmlformats.org/drawingml/2006/main"/>
        </p:blipFill>
        <p:spPr>
          <a:xfrm xmlns:a="http://schemas.openxmlformats.org/drawingml/2006/main">
            <a:off x="2829983" y="2076450"/>
            <a:ext cx="6265333" cy="35242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4AD1A0-51E4-4971-8D7B-C87F966C2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</a:defRPr>
            </a:pPr>
            <a:r>
              <a:rPr sz="900">
                <a:solidFill>
                  <a:srgbClr val="695F84"/>
                </a:solidFill>
              </a:rPr>
              <a:t>能工智人：遗忘工坊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1647E8-5E8B-4CFA-B793-BAFBA7646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5151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</a:defRPr>
            </a:pPr>
            <a:r>
              <a:rPr sz="900">
                <a:solidFill>
                  <a:srgbClr val="695F84"/>
                </a:solidFill>
              </a:rPr>
              <a:t>叙事类游戏 / Narrative Games</a:t>
            </a:r>
          </a:p>
        </p:txBody>
      </p:sp>
    </p:spTree>
    <p:extLst>
      <p:ext uri="{BB962C8B-B14F-4D97-AF65-F5344CB8AC3E}">
        <p14:creationId xmlns:p14="http://schemas.microsoft.com/office/powerpoint/2010/main" val="70814082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8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96126FB-4120-476F-AE6B-2498743AA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495300" y="514350"/>
            <a:ext cx="1143000" cy="114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F4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AF802B-55F1-459D-ACEF-0065A8D44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-495300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E0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4C6D34-84F6-4283-B81A-A3C0285A8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80B8"/>
                </a:solidFill>
              </a:defRPr>
            </a:pPr>
            <a:r>
              <a:rPr sz="900" b="1">
                <a:solidFill>
                  <a:srgbClr val="FF80B8"/>
                </a:solidFill>
              </a:rPr>
              <a:t>04 / 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AE3BD9-1CB0-41BC-9D90-21E68B504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238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695F84"/>
                </a:solidFill>
              </a:defRPr>
            </a:pPr>
            <a:r>
              <a:rPr sz="900" b="1">
                <a:solidFill>
                  <a:srgbClr val="695F84"/>
                </a:solidFill>
              </a:rPr>
              <a:t>Cast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DBB858-235A-417D-AA30-353BD2796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00100"/>
            <a:ext cx="342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322853"/>
                </a:solidFill>
              </a:defRPr>
            </a:pPr>
            <a:r>
              <a:rPr sz="3225" b="1">
                <a:solidFill>
                  <a:srgbClr val="322853"/>
                </a:solidFill>
              </a:rPr>
              <a:t>角色与怪物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B6E4EC-7BBD-4063-932A-37E4CD543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685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95F84"/>
                </a:solidFill>
              </a:defRPr>
            </a:pPr>
            <a:r>
              <a:rPr sz="1650">
                <a:solidFill>
                  <a:srgbClr val="695F84"/>
                </a:solidFill>
              </a:rPr>
              <a:t>用真实素材展示主角、NPC、普通怪、精英怪和 Boss 占位。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b191c6c9f743b6"/>
          <a:stretch xmlns:a="http://schemas.openxmlformats.org/drawingml/2006/main"/>
        </p:blipFill>
        <p:spPr>
          <a:xfrm xmlns:a="http://schemas.openxmlformats.org/drawingml/2006/main">
            <a:off x="666750" y="2315766"/>
            <a:ext cx="5143500" cy="2893219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bd0b1fee3d4c09"/>
          <a:stretch xmlns:a="http://schemas.openxmlformats.org/drawingml/2006/main"/>
        </p:blipFill>
        <p:spPr>
          <a:xfrm xmlns:a="http://schemas.openxmlformats.org/drawingml/2006/main">
            <a:off x="6381750" y="2369344"/>
            <a:ext cx="4953000" cy="2786063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B103DD-B7F9-4AD2-830D-E15E0E883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</a:defRPr>
            </a:pPr>
            <a:r>
              <a:rPr sz="900">
                <a:solidFill>
                  <a:srgbClr val="695F84"/>
                </a:solidFill>
              </a:rPr>
              <a:t>能工智人：遗忘工坊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3A4FE7-97D0-4F3E-9E83-45B143761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5151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</a:defRPr>
            </a:pPr>
            <a:r>
              <a:rPr sz="900">
                <a:solidFill>
                  <a:srgbClr val="695F84"/>
                </a:solidFill>
              </a:rPr>
              <a:t>叙事类游戏 / Narrative Games</a:t>
            </a:r>
          </a:p>
        </p:txBody>
      </p:sp>
    </p:spTree>
    <p:extLst>
      <p:ext uri="{BB962C8B-B14F-4D97-AF65-F5344CB8AC3E}">
        <p14:creationId xmlns:p14="http://schemas.microsoft.com/office/powerpoint/2010/main" val="125192089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8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FA1AF89-B620-4E62-9664-745A8AF93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495300" y="514350"/>
            <a:ext cx="1143000" cy="114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F4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42700A-F04B-46CE-916D-1626199C2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-495300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E0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DD99BA-73F7-49D0-AF9C-6C2792A6A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80B8"/>
                </a:solidFill>
              </a:defRPr>
            </a:pPr>
            <a:r>
              <a:rPr sz="900" b="1">
                <a:solidFill>
                  <a:srgbClr val="FF80B8"/>
                </a:solidFill>
              </a:rPr>
              <a:t>05 / 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478C89-00B0-418F-AB9F-F3E1CC15D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238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695F84"/>
                </a:solidFill>
              </a:defRPr>
            </a:pPr>
            <a:r>
              <a:rPr sz="900" b="1">
                <a:solidFill>
                  <a:srgbClr val="695F84"/>
                </a:solidFill>
              </a:rPr>
              <a:t>Narrative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5fe1266e0546c5"/>
          <a:stretch xmlns:a="http://schemas.openxmlformats.org/drawingml/2006/main"/>
        </p:blipFill>
        <p:spPr>
          <a:xfrm xmlns:a="http://schemas.openxmlformats.org/drawingml/2006/main">
            <a:off x="704850" y="1426369"/>
            <a:ext cx="6477000" cy="3643313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D71FEE-2863-4BCB-98AA-C1C8A7C89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200150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322853"/>
                </a:solidFill>
              </a:defRPr>
            </a:pPr>
            <a:r>
              <a:rPr sz="2850" b="1">
                <a:solidFill>
                  <a:srgbClr val="322853"/>
                </a:solidFill>
              </a:rPr>
              <a:t>AI 叙事进入游戏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B23E09-3E55-406B-9529-B3CAEE301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866900"/>
            <a:ext cx="3333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95F84"/>
                </a:solidFill>
              </a:defRPr>
            </a:pPr>
            <a:r>
              <a:rPr sz="1650">
                <a:solidFill>
                  <a:srgbClr val="695F84"/>
                </a:solidFill>
              </a:rPr>
              <a:t>AI 辅助生成世界观、房间日志、Boss 背景和结局文本，并通过工坊记忆日志与 NPC 对话进入流程。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800C63-5E8E-415E-A558-91352EFC0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4290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80B8"/>
                </a:solidFill>
              </a:defRPr>
            </a:pPr>
            <a:r>
              <a:rPr sz="1950" b="1">
                <a:solidFill>
                  <a:srgbClr val="FF80B8"/>
                </a:solidFill>
              </a:rPr>
              <a:t>世界观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F37935-9918-41F2-8572-2ED7FBEF0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0005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74CDFF"/>
                </a:solidFill>
              </a:defRPr>
            </a:pPr>
            <a:r>
              <a:rPr sz="1950" b="1">
                <a:solidFill>
                  <a:srgbClr val="74CDFF"/>
                </a:solidFill>
              </a:rPr>
              <a:t>房间日志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8C7355-B5BD-489D-A2D7-5E0590B2B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720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634893"/>
                </a:solidFill>
              </a:defRPr>
            </a:pPr>
            <a:r>
              <a:rPr sz="1950" b="1">
                <a:solidFill>
                  <a:srgbClr val="634893"/>
                </a:solidFill>
              </a:rPr>
              <a:t>Boss 背景与结局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0E51B6-6092-4B6D-AC8D-7C0A245F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</a:defRPr>
            </a:pPr>
            <a:r>
              <a:rPr sz="900">
                <a:solidFill>
                  <a:srgbClr val="695F84"/>
                </a:solidFill>
              </a:rPr>
              <a:t>能工智人：遗忘工坊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EE319C-AEB6-4A4B-9D9C-54728F4F1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5151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</a:defRPr>
            </a:pPr>
            <a:r>
              <a:rPr sz="900">
                <a:solidFill>
                  <a:srgbClr val="695F84"/>
                </a:solidFill>
              </a:rPr>
              <a:t>叙事类游戏 / Narrative Games</a:t>
            </a:r>
          </a:p>
        </p:txBody>
      </p:sp>
    </p:spTree>
    <p:extLst>
      <p:ext uri="{BB962C8B-B14F-4D97-AF65-F5344CB8AC3E}">
        <p14:creationId xmlns:p14="http://schemas.microsoft.com/office/powerpoint/2010/main" val="109632339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8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9B82B28-A049-4E9D-8F65-4FC012C9D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495300" y="514350"/>
            <a:ext cx="1143000" cy="114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F4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D62CAF-0A7D-478C-93E7-BA6AD0762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-495300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E0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CB52F7-07E4-4316-943D-49BCA328B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80B8"/>
                </a:solidFill>
              </a:defRPr>
            </a:pPr>
            <a:r>
              <a:rPr sz="900" b="1">
                <a:solidFill>
                  <a:srgbClr val="FF80B8"/>
                </a:solidFill>
              </a:rPr>
              <a:t>06 / 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FFB646-0352-48FF-9BCA-DDCD89F2D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238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695F84"/>
                </a:solidFill>
              </a:defRPr>
            </a:pPr>
            <a:r>
              <a:rPr sz="900" b="1">
                <a:solidFill>
                  <a:srgbClr val="695F84"/>
                </a:solidFill>
              </a:rPr>
              <a:t>Demo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0A764E-BE2C-4B9A-9C25-EE00ED20D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00100"/>
            <a:ext cx="400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322853"/>
                </a:solidFill>
              </a:defRPr>
            </a:pPr>
            <a:r>
              <a:rPr sz="3225" b="1">
                <a:solidFill>
                  <a:srgbClr val="322853"/>
                </a:solidFill>
              </a:rPr>
              <a:t>Demo 录屏路线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F0EFEC-4221-4B9F-B15B-0C8E50062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590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95F84"/>
                </a:solidFill>
              </a:defRPr>
            </a:pPr>
            <a:r>
              <a:rPr sz="1650">
                <a:solidFill>
                  <a:srgbClr val="695F84"/>
                </a:solidFill>
              </a:rPr>
              <a:t>开场、日志、战斗、成长、Boss、Victory。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1b3910b9064eec"/>
          <a:stretch xmlns:a="http://schemas.openxmlformats.org/drawingml/2006/main"/>
        </p:blipFill>
        <p:spPr>
          <a:xfrm xmlns:a="http://schemas.openxmlformats.org/drawingml/2006/main">
            <a:off x="2592917" y="2076450"/>
            <a:ext cx="6434667" cy="3619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7DBBC0-F788-42F4-9453-2676A2280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</a:defRPr>
            </a:pPr>
            <a:r>
              <a:rPr sz="900">
                <a:solidFill>
                  <a:srgbClr val="695F84"/>
                </a:solidFill>
              </a:rPr>
              <a:t>能工智人：遗忘工坊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A1BACC-9ADB-48F8-B36D-A0E6D93F7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5151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</a:defRPr>
            </a:pPr>
            <a:r>
              <a:rPr sz="900">
                <a:solidFill>
                  <a:srgbClr val="695F84"/>
                </a:solidFill>
              </a:rPr>
              <a:t>叙事类游戏 / Narrative Games</a:t>
            </a:r>
          </a:p>
        </p:txBody>
      </p:sp>
    </p:spTree>
    <p:extLst>
      <p:ext uri="{BB962C8B-B14F-4D97-AF65-F5344CB8AC3E}">
        <p14:creationId xmlns:p14="http://schemas.microsoft.com/office/powerpoint/2010/main" val="128268481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8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CBC4FA0-E3F2-4D5E-A997-005570280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495300" y="514350"/>
            <a:ext cx="1143000" cy="114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F4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C50661-3936-49C4-AC01-6B0B09F61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-495300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E0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23944B-EFB4-41C9-852C-7ECBBF989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80B8"/>
                </a:solidFill>
              </a:defRPr>
            </a:pPr>
            <a:r>
              <a:rPr sz="900" b="1">
                <a:solidFill>
                  <a:srgbClr val="FF80B8"/>
                </a:solidFill>
              </a:rPr>
              <a:t>07 / 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D53707-AC62-48A5-AC99-8ACCD633C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238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695F84"/>
                </a:solidFill>
              </a:defRPr>
            </a:pPr>
            <a:r>
              <a:rPr sz="900" b="1">
                <a:solidFill>
                  <a:srgbClr val="695F84"/>
                </a:solidFill>
              </a:rPr>
              <a:t>Tech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327398-EF67-4A0C-98C4-54DE702B0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00100"/>
            <a:ext cx="304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322853"/>
                </a:solidFill>
              </a:defRPr>
            </a:pPr>
            <a:r>
              <a:rPr sz="3225" b="1">
                <a:solidFill>
                  <a:srgbClr val="322853"/>
                </a:solidFill>
              </a:rPr>
              <a:t>技术结构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7DFC73-714E-42CE-A307-C6277CD0B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7429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95F84"/>
                </a:solidFill>
              </a:defRPr>
            </a:pPr>
            <a:r>
              <a:rPr sz="1650">
                <a:solidFill>
                  <a:srgbClr val="695F84"/>
                </a:solidFill>
              </a:rPr>
              <a:t>Unity 2D 原型模块保持拆分：玩家、战斗、敌人、房间、UI、对话与 WebGL。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63289100944a6b"/>
          <a:stretch xmlns:a="http://schemas.openxmlformats.org/drawingml/2006/main"/>
        </p:blipFill>
        <p:spPr>
          <a:xfrm xmlns:a="http://schemas.openxmlformats.org/drawingml/2006/main">
            <a:off x="2592917" y="2076450"/>
            <a:ext cx="6434667" cy="3619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20B8BA-3F52-41F8-A780-3904015DC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</a:defRPr>
            </a:pPr>
            <a:r>
              <a:rPr sz="900">
                <a:solidFill>
                  <a:srgbClr val="695F84"/>
                </a:solidFill>
              </a:rPr>
              <a:t>能工智人：遗忘工坊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7C1705-13C6-45AB-B675-031AAE8A1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5151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</a:defRPr>
            </a:pPr>
            <a:r>
              <a:rPr sz="900">
                <a:solidFill>
                  <a:srgbClr val="695F84"/>
                </a:solidFill>
              </a:rPr>
              <a:t>叙事类游戏 / Narrative Games</a:t>
            </a:r>
          </a:p>
        </p:txBody>
      </p:sp>
    </p:spTree>
    <p:extLst>
      <p:ext uri="{BB962C8B-B14F-4D97-AF65-F5344CB8AC3E}">
        <p14:creationId xmlns:p14="http://schemas.microsoft.com/office/powerpoint/2010/main" val="214239075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2026-06-15T09:42:48.2060000Z</dcterms:created>
  <dcterms:modified xsi:type="dcterms:W3CDTF">2026-06-15T09:42:48.2060000Z</dcterms:modified>
</coreProperties>
</file>