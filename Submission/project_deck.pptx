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ce6d1b64a6942b3" /><Relationship Type="http://schemas.openxmlformats.org/officeDocument/2006/relationships/extended-properties" Target="/docProps/app.xml" Id="R3ae882f95549428b" /><Relationship Type="http://schemas.openxmlformats.org/officeDocument/2006/relationships/officeDocument" Target="/ppt/presentation.xml" Id="R577f009e2c87408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1f7e7415a674bf8"/>
  </p:sldMasterIdLst>
  <p:notesMasterIdLst>
    <p:notesMasterId xmlns:r="http://schemas.openxmlformats.org/officeDocument/2006/relationships" r:id="R9437b8a525cc4a93"/>
  </p:notesMasterIdLst>
  <p:sldIdLst>
    <p:sldId xmlns:r="http://schemas.openxmlformats.org/officeDocument/2006/relationships" id="256" r:id="R9c3046b5a4ee43e9"/>
    <p:sldId xmlns:r="http://schemas.openxmlformats.org/officeDocument/2006/relationships" id="257" r:id="Rce51e3941d16445d"/>
    <p:sldId xmlns:r="http://schemas.openxmlformats.org/officeDocument/2006/relationships" id="258" r:id="Ree13931e152048a2"/>
    <p:sldId xmlns:r="http://schemas.openxmlformats.org/officeDocument/2006/relationships" id="259" r:id="R8ccd7c510cee471c"/>
    <p:sldId xmlns:r="http://schemas.openxmlformats.org/officeDocument/2006/relationships" id="260" r:id="R006b94acc36b40e7"/>
    <p:sldId xmlns:r="http://schemas.openxmlformats.org/officeDocument/2006/relationships" id="261" r:id="Rc0fcb59cb5e34c94"/>
    <p:sldId xmlns:r="http://schemas.openxmlformats.org/officeDocument/2006/relationships" id="262" r:id="R6e65f49b29594846"/>
    <p:sldId xmlns:r="http://schemas.openxmlformats.org/officeDocument/2006/relationships" id="263" r:id="Rc43da0ef31b44aa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ed58a8c97a24948" /><Relationship Type="http://schemas.openxmlformats.org/officeDocument/2006/relationships/slideMaster" Target="/ppt/slideMasters/slideMaster1.xml" Id="R11f7e7415a674bf8" /><Relationship Type="http://schemas.openxmlformats.org/officeDocument/2006/relationships/notesMaster" Target="/ppt/notesMasters/notesMaster1.xml" Id="R9437b8a525cc4a93" /><Relationship Type="http://schemas.openxmlformats.org/officeDocument/2006/relationships/presProps" Target="/ppt/presProps.xml" Id="Ra05ba8161ce54e77" /><Relationship Type="http://schemas.openxmlformats.org/officeDocument/2006/relationships/tableStyles" Target="/ppt/tableStyles.xml" Id="Rc5617572fc184d0a" /><Relationship Type="http://schemas.openxmlformats.org/officeDocument/2006/relationships/slide" Target="/ppt/slides/slide1.xml" Id="R9c3046b5a4ee43e9" /><Relationship Type="http://schemas.openxmlformats.org/officeDocument/2006/relationships/slide" Target="/ppt/slides/slide2.xml" Id="Rce51e3941d16445d" /><Relationship Type="http://schemas.openxmlformats.org/officeDocument/2006/relationships/slide" Target="/ppt/slides/slide3.xml" Id="Ree13931e152048a2" /><Relationship Type="http://schemas.openxmlformats.org/officeDocument/2006/relationships/slide" Target="/ppt/slides/slide4.xml" Id="R8ccd7c510cee471c" /><Relationship Type="http://schemas.openxmlformats.org/officeDocument/2006/relationships/slide" Target="/ppt/slides/slide5.xml" Id="R006b94acc36b40e7" /><Relationship Type="http://schemas.openxmlformats.org/officeDocument/2006/relationships/slide" Target="/ppt/slides/slide6.xml" Id="Rc0fcb59cb5e34c94" /><Relationship Type="http://schemas.openxmlformats.org/officeDocument/2006/relationships/slide" Target="/ppt/slides/slide7.xml" Id="R6e65f49b29594846" /><Relationship Type="http://schemas.openxmlformats.org/officeDocument/2006/relationships/slide" Target="/ppt/slides/slide8.xml" Id="Rc43da0ef31b44aa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702590bdca1489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50f892ce8be48f1" /><Relationship Type="http://schemas.openxmlformats.org/officeDocument/2006/relationships/notesMaster" Target="/ppt/notesMasters/notesMaster1.xml" Id="R0de7205ab5f246f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d2187a48c3643f7" /><Relationship Type="http://schemas.openxmlformats.org/officeDocument/2006/relationships/notesMaster" Target="/ppt/notesMasters/notesMaster1.xml" Id="R7559339e9c84470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e5c60a1b98f4aa6" /><Relationship Type="http://schemas.openxmlformats.org/officeDocument/2006/relationships/notesMaster" Target="/ppt/notesMasters/notesMaster1.xml" Id="Rfcf8edc42c1c4d0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6e762e80ad041c5" /><Relationship Type="http://schemas.openxmlformats.org/officeDocument/2006/relationships/notesMaster" Target="/ppt/notesMasters/notesMaster1.xml" Id="Rd207b4bef5614a1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58542250d2d4a23" /><Relationship Type="http://schemas.openxmlformats.org/officeDocument/2006/relationships/notesMaster" Target="/ppt/notesMasters/notesMaster1.xml" Id="R44e06ab4fdaa488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d3aa219482d4c29" /><Relationship Type="http://schemas.openxmlformats.org/officeDocument/2006/relationships/notesMaster" Target="/ppt/notesMasters/notesMaster1.xml" Id="Rf980206c1e0348e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51c3bb9b7aa4f82" /><Relationship Type="http://schemas.openxmlformats.org/officeDocument/2006/relationships/notesMaster" Target="/ppt/notesMasters/notesMaster1.xml" Id="R138afa91ae8e456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f1653fab5204366" /><Relationship Type="http://schemas.openxmlformats.org/officeDocument/2006/relationships/notesMaster" Target="/ppt/notesMasters/notesMaster1.xml" Id="R4b957179ad254e8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b767a5b903498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8a3329b420441ae" /><Relationship Type="http://schemas.openxmlformats.org/officeDocument/2006/relationships/slideLayout" Target="/ppt/slideLayouts/slideLayout1.xml" Id="R4e32ed99fc0a4a6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e32ed99fc0a4a6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aefc0f20854231" /><Relationship Type="http://schemas.openxmlformats.org/officeDocument/2006/relationships/image" Target="/ppt/media/image.png" Id="R80756d33f8ac49b7" /><Relationship Type="http://schemas.openxmlformats.org/officeDocument/2006/relationships/notesSlide" Target="/ppt/notesSlides/notesSlide1.xml" Id="R8a4ebffe225a480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7c228ce7eb43f8" /><Relationship Type="http://schemas.openxmlformats.org/officeDocument/2006/relationships/image" Target="/ppt/media/image2.png" Id="R5639d0757e494626" /><Relationship Type="http://schemas.openxmlformats.org/officeDocument/2006/relationships/notesSlide" Target="/ppt/notesSlides/notesSlide2.xml" Id="Rf4a76554d2c54a0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127aa95aa343ad" /><Relationship Type="http://schemas.openxmlformats.org/officeDocument/2006/relationships/image" Target="/ppt/media/image3.png" Id="Rf86658e2834b40b7" /><Relationship Type="http://schemas.openxmlformats.org/officeDocument/2006/relationships/notesSlide" Target="/ppt/notesSlides/notesSlide3.xml" Id="R385d78c2583d433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c0a2cbeaab45e2" /><Relationship Type="http://schemas.openxmlformats.org/officeDocument/2006/relationships/image" Target="/ppt/media/image4.png" Id="Rfe76f11e790440c2" /><Relationship Type="http://schemas.openxmlformats.org/officeDocument/2006/relationships/notesSlide" Target="/ppt/notesSlides/notesSlide4.xml" Id="R38964e124fa44ab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bf4e2f1d364154" /><Relationship Type="http://schemas.openxmlformats.org/officeDocument/2006/relationships/image" Target="/ppt/media/image5.png" Id="R84c0b6991e6c4666" /><Relationship Type="http://schemas.openxmlformats.org/officeDocument/2006/relationships/notesSlide" Target="/ppt/notesSlides/notesSlide5.xml" Id="Rd7821cd5ad08425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c956f8b89a4387" /><Relationship Type="http://schemas.openxmlformats.org/officeDocument/2006/relationships/image" Target="/ppt/media/image6.png" Id="R83fe1d2dd520496e" /><Relationship Type="http://schemas.openxmlformats.org/officeDocument/2006/relationships/image" Target="/ppt/media/image7.png" Id="R0b27c0e6db03413c" /><Relationship Type="http://schemas.openxmlformats.org/officeDocument/2006/relationships/notesSlide" Target="/ppt/notesSlides/notesSlide6.xml" Id="Reb96a06cbce549d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cdab03576446b7" /><Relationship Type="http://schemas.openxmlformats.org/officeDocument/2006/relationships/image" Target="/ppt/media/image8.png" Id="Rc4ab7285d7b246c7" /><Relationship Type="http://schemas.openxmlformats.org/officeDocument/2006/relationships/image" Target="/ppt/media/image9.png" Id="R52e2d0c4a37a461a" /><Relationship Type="http://schemas.openxmlformats.org/officeDocument/2006/relationships/image" Target="/ppt/media/image10.png" Id="Ra9ba135aa1894ed2" /><Relationship Type="http://schemas.openxmlformats.org/officeDocument/2006/relationships/image" Target="/ppt/media/image11.png" Id="R9d2b017d74be450b" /><Relationship Type="http://schemas.openxmlformats.org/officeDocument/2006/relationships/image" Target="/ppt/media/image12.png" Id="R29f340322bc64e3f" /><Relationship Type="http://schemas.openxmlformats.org/officeDocument/2006/relationships/image" Target="/ppt/media/image13.png" Id="R9988eada69934d79" /><Relationship Type="http://schemas.openxmlformats.org/officeDocument/2006/relationships/notesSlide" Target="/ppt/notesSlides/notesSlide7.xml" Id="R307c24723a61426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8d402cc5fc432f" /><Relationship Type="http://schemas.openxmlformats.org/officeDocument/2006/relationships/image" Target="/ppt/media/image14.png" Id="R7124fe585e7442d8" /><Relationship Type="http://schemas.openxmlformats.org/officeDocument/2006/relationships/image" Target="/ppt/media/image15.png" Id="Rf294af5d94304aa6" /><Relationship Type="http://schemas.openxmlformats.org/officeDocument/2006/relationships/notesSlide" Target="/ppt/notesSlides/notesSlide8.xml" Id="Rb931c6b775dc4a7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1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756d33f8ac49b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B4973B-A197-40AF-8BDA-B33920466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B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75839F-6F95-4E1E-AC83-E43DD9CD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52500"/>
            <a:ext cx="4000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能工智人：糖芯工坊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B3E856-F931-4276-9E64-016B607C9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3810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DF4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DF4FF"/>
                </a:solidFill>
                <a:latin typeface="Microsoft YaHei"/>
                <a:ea typeface="Microsoft YaHei"/>
                <a:cs typeface="Microsoft YaHei"/>
              </a:rPr>
              <a:t>Craftsmen and Homo Sapiens:</a:t>
            </a:r>
          </a:p>
          <a:p xmlns:a="http://schemas.openxmlformats.org/drawingml/2006/main">
            <a:pPr>
              <a:defRPr sz="1650" b="1">
                <a:solidFill>
                  <a:srgbClr val="DDF4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DF4FF"/>
                </a:solidFill>
                <a:latin typeface="Microsoft YaHei"/>
                <a:ea typeface="Microsoft YaHei"/>
                <a:cs typeface="Microsoft YaHei"/>
              </a:rPr>
              <a:t>The Candy Forge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5BECAA-7446-4F80-8883-2352F030F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040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B4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B4D1"/>
                </a:solidFill>
                <a:latin typeface="Microsoft YaHei"/>
                <a:ea typeface="Microsoft YaHei"/>
                <a:cs typeface="Microsoft YaHei"/>
              </a:rPr>
              <a:t>叙事类游戏 / Narrative Games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22FDBC-708F-4C34-B5E6-214A8C96B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90950"/>
            <a:ext cx="3638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理工男穿越成异世界女仆工程师，用糖果材料搓科技，打败 Boss 找到回家的路。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ABDCF0-7F10-4343-B320-B7BE89A7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8165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FFF4E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FFF4E4"/>
                </a:solidFill>
                <a:latin typeface="Microsoft YaHei"/>
                <a:ea typeface="Microsoft YaHei"/>
                <a:cs typeface="Microsoft YaHei"/>
              </a:rPr>
              <a:t>Team：落云宗    成员：秦天 / 陈磊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67CF1B-A3EB-457B-B584-B860E98DA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72150"/>
            <a:ext cx="400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F4E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4E4"/>
                </a:solidFill>
                <a:latin typeface="Microsoft YaHei"/>
                <a:ea typeface="Microsoft YaHei"/>
                <a:cs typeface="Microsoft YaHei"/>
              </a:rPr>
              <a:t>Playable Demo:</a:t>
            </a:r>
          </a:p>
          <a:p xmlns:a="http://schemas.openxmlformats.org/drawingml/2006/main">
            <a:pPr>
              <a:defRPr sz="1050" b="1">
                <a:solidFill>
                  <a:srgbClr val="FFF4E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4E4"/>
                </a:solidFill>
                <a:latin typeface="Microsoft YaHei"/>
                <a:ea typeface="Microsoft YaHei"/>
                <a:cs typeface="Microsoft YaHei"/>
              </a:rPr>
              <a:t>craftsmen-and-homo-sapiens.onrender.com</a:t>
            </a:r>
          </a:p>
        </p:txBody>
      </p:sp>
    </p:spTree>
    <p:extLst>
      <p:ext uri="{BB962C8B-B14F-4D97-AF65-F5344CB8AC3E}">
        <p14:creationId xmlns:p14="http://schemas.microsoft.com/office/powerpoint/2010/main" val="12950132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D00585A-6A63-4CBE-9692-C6546654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世界观：糖芯工坊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463540-2DEF-48B4-B0E1-9263AC8DD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66800"/>
            <a:ext cx="847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理工男穿越成异世界女仆工程师，用工程学、番剧储备和糖果材料搓科技，打败 Boss 找到回家的路。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39d0757e494626"/>
          <a:srcRect xmlns:a="http://schemas.openxmlformats.org/drawingml/2006/main" l="7019" t="0" r="701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1638300"/>
            <a:ext cx="56769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8DAB1E-ED97-48AA-B416-2440E11F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38300"/>
            <a:ext cx="4324350" cy="41910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91AD53-662B-4075-8561-DC0A2B121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24050"/>
            <a:ext cx="36195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B561F5-627D-4680-9A6B-6A8483E0B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33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65242F-911F-4347-9CDA-3DB721B7F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0574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穿越身份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DEA3BB-0FA3-4783-9FDC-0BDC6407F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1935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现实世界的理工男大学生意外穿越，被糖芯系统误绑定为“见习女仆工程师”。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2D9847-E4B0-470A-A204-666F471EF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257550"/>
            <a:ext cx="36195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4C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88DC8C-C8BC-4797-B81B-7E6223CC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671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CFBF1A-AE00-498C-895F-5A6BD52D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909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糖果规则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F0C83D-A4EC-4E5B-ADFC-42F8974DE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75285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甜点不是食物，而是能源、武器、材料和技能。怪物掉落材料可合成装备与道具。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EE196A-7B34-4E94-87F9-89746D00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591050"/>
            <a:ext cx="36195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FE3B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69D404-D81A-465A-B35C-200EAF5FE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00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E3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98F46D-B540-469C-B67C-04598996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7244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回家目标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CFC578-9563-4AEC-BCB5-218615C91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08635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修复糖芯传送装置，击败污染糖芯炉的糖蚀巫师，重新打开回到现实世界的传送门。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9DDAFD-4EA0-4774-B66F-A7F33B6B4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02 / 08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FEC3B4-8A04-4663-9D3B-1CDCC763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能工智人：糖芯工坊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12154018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6658e2834b40b7"/>
          <a:srcRect xmlns:a="http://schemas.openxmlformats.org/drawingml/2006/main" l="8984" t="0" r="898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914400"/>
            <a:ext cx="6667500" cy="4572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48245B-2377-46C1-8159-4F15504FB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047750"/>
            <a:ext cx="304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游戏是什么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4A762C-EBB3-4793-8C87-02E7A6AF4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752600"/>
            <a:ext cx="323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玩家在糖果异世界中推进房间，一边移动、跳跃和战斗，一边读取糖芯工坊日志寻找回家的线索。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5F32FA-BFB6-4276-9A45-512C67210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19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C8EB84-572C-4A36-A91C-6C0C79B26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432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横版动作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10A7C2-9584-4E5D-A989-2FDF4975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100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BADF2D-0FFD-4D50-AC87-408EC3D5A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338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房间推进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E43F45-3151-4D7A-9E0B-4CC5F9DD2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4005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48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A80A2F-22B4-4E93-A476-45F49B1D6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3243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AI 记忆日志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AA901D-ED59-4604-B35F-A7E004A2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03 / 08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49248B-AAC0-4674-8284-6E2EE171E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能工智人：糖芯工坊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5524041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6BB697-9AC8-49D3-B33E-346EB9C11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AI 叙事进入游戏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36178E-AA02-4A15-AE2B-606D4CEE1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真实 NPC 对话截图说明：AI 生成内容进入 UI 与流程，而不是只停留在文档里。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76f11e790440c2"/>
          <a:srcRect xmlns:a="http://schemas.openxmlformats.org/drawingml/2006/main" l="291" t="0" r="29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95450"/>
            <a:ext cx="7239000" cy="4095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7D454A-41DA-415A-AE94-362E5F3B6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695450"/>
            <a:ext cx="3124200" cy="409575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8E3941-28FA-4436-94C0-3AEC4B90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764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AI 生成内容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931545-D8E5-4BDF-BE2A-270BC077B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575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8D6C2D-7EBB-43AB-9DB1-367F3691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813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糖果异世界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55F739-108B-4312-83B6-5698810B4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448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3BA7D3-574E-49D0-A8FE-28FEAD9A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3718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糖芯工坊日志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29CCC7-E7C3-4453-8562-8E2FA26C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038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48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57D86C-E70F-47FC-86E2-D7C30AF3E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624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Boss 背景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4AB1B7-AD2D-4B12-BB09-58E6CB490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629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C6907E-E8FD-44F0-95A8-85A7A5D6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5529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结局文本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027AB4-6327-4C64-8972-28D0ECFF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04 / 08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057A7A-7281-4602-B271-33E30389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能工智人：糖芯工坊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5265388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89964F-5C19-4638-AA14-BF3A0EE98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背包、装备与成长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c0b6991e6c4666"/>
          <a:srcRect xmlns:a="http://schemas.openxmlformats.org/drawingml/2006/main" l="2907" t="0" r="290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409700"/>
            <a:ext cx="6858000" cy="4095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D1A367-89B5-4655-8C02-60910F1A9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85900"/>
            <a:ext cx="323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系统在 Demo 中承担“变强”的可见反馈。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A390EA-C212-4303-AD61-60D6308C9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527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C67EEA-7151-4259-9DF1-0E9FE4F87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765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装备说明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0C8988-1A81-4761-8161-37537F5F5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8C1958-5281-47D1-9E71-CED7F481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670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角色属性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6C2B1E-6F7B-4986-8558-A0D6438E2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7338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48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100738-E480-4C7E-B0D4-D312552FF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576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道具与材料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2B66B1-8E3D-4E46-A3C4-3C66995DF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243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F7FA86-A608-434F-A05A-D55A801DC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481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战斗数值成长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DA59C7-1E70-4472-AEF8-3ACB6FC16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05 / 08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5AE7CA-F4F6-47F1-BA9E-D7F24A800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能工智人：糖芯工坊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2900813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4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289DEF-E550-4436-9E51-AA0F8CDB2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合成与技能树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068FBB-25AD-427E-9BF7-E0C45A113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704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材料掉落 -&gt; 合成道具 -&gt; 学习技能 -&gt; 强化战斗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fe1d2dd520496e"/>
          <a:srcRect xmlns:a="http://schemas.openxmlformats.org/drawingml/2006/main" l="10473" t="0" r="1047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1657350"/>
            <a:ext cx="4953000" cy="3524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7DF66B-BD70-4CCD-A431-B35DA892A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353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Crafting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38309C-F48D-4929-990B-3A2B07C40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4325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27c0e6db03413c"/>
          <a:srcRect xmlns:a="http://schemas.openxmlformats.org/drawingml/2006/main" l="10473" t="0" r="1047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2250" y="1657350"/>
            <a:ext cx="4953000" cy="35242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BFB4F1-1F15-4026-B342-A9190A9C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53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Skill Tree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E5C303-F972-4D72-9BDA-88996F42F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06 / 08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57FF7A-9758-45F0-A782-96355684B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能工智人：糖芯工坊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8230982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978E51-CC57-4A77-B112-9393A2DFF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Demo 视频讲解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372318-68C4-4A7F-B456-6B9E1AE1A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28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3–5 分钟视频展示完整游戏闭环：穿越开场、NPC 对话、战斗、成长、合成、Boss 战与结局。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ab7285d7b246c7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161925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24D621-79A5-406B-A47E-60100FA71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718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0:00 移动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e2d0c4a37a461a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19600" y="161925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498DC2-27C1-4560-8E14-AE158798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718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0:30 对话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ba135aa1894ed2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0550" y="161925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91A313-C2B4-4742-830D-5C35FBA93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3718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1:30 背包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2b017d74be450b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377190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590D89-1AFB-428B-AD02-936064BBD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245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2:00 合成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f340322bc64e3f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19600" y="377190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141CDF-86C4-42B0-9F53-8CC7F0E2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5245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2:30 技能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88eada69934d79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0550" y="377190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FF8B28-A4D6-469B-9741-68F4A47D0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5245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3:30 Boss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ED2302-6CA5-4C19-84EF-61E21A80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07 / 08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AE6145-1F3B-49F6-9D12-5E6C4AE94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能工智人：糖芯工坊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23571926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712E08-85FA-43E4-A4CC-DBD7A35D9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技术结构与部署准备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771C49-F0CA-49B5-AF0F-A07E39C5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19200"/>
            <a:ext cx="6191250" cy="476250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4CDFF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24fe585e7442d8"/>
          <a:stretch xmlns:a="http://schemas.openxmlformats.org/drawingml/2006/main"/>
        </p:blipFill>
        <p:spPr>
          <a:xfrm xmlns:a="http://schemas.openxmlformats.org/drawingml/2006/main">
            <a:off x="628650" y="1955602"/>
            <a:ext cx="5848350" cy="328969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01B06D-89AC-4949-A4B2-C320EB669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219200"/>
            <a:ext cx="4762500" cy="476250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94af5d94304aa6"/>
          <a:srcRect xmlns:a="http://schemas.openxmlformats.org/drawingml/2006/main" l="727" t="0" r="72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62800" y="1466850"/>
            <a:ext cx="4305300" cy="24574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6E9BAC-7B56-4185-AC3D-1E3A44396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2100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Unity 2D 模块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2F500D-3414-44CE-84B6-206564027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610100"/>
            <a:ext cx="390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Player / Combat / Enemy / Rooms / UI / Dialogue / Craft / Skill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C2390C-18AA-4184-B720-9149747AD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219700"/>
            <a:ext cx="39052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211B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0817CC-3075-4B76-BD89-9A61434DB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53149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Playable Demo</a:t>
            </a:r>
          </a:p>
          <a:p xmlns:a="http://schemas.openxmlformats.org/drawingml/2006/main">
            <a:pPr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craftsmen-and-homo-sapiens.onrender.com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1E3932-8631-4A75-BF72-8A85C0A44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08 / 08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B79E88-FCC1-4287-B905-985B72711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能工智人：糖芯工坊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13777456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2026-06-16T10:36:03.5460000Z</dcterms:created>
  <dcterms:modified xsi:type="dcterms:W3CDTF">2026-06-16T10:36:03.5460000Z</dcterms:modified>
</coreProperties>
</file>