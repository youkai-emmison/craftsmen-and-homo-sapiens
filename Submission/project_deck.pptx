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4efc43c97b46b1" /><Relationship Type="http://schemas.openxmlformats.org/officeDocument/2006/relationships/extended-properties" Target="/docProps/app.xml" Id="Rb12ed227a64447e7" /><Relationship Type="http://schemas.openxmlformats.org/officeDocument/2006/relationships/officeDocument" Target="/ppt/presentation.xml" Id="Rebb1defe850c42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3fe6e996b3446e"/>
  </p:sldMasterIdLst>
  <p:notesMasterIdLst>
    <p:notesMasterId xmlns:r="http://schemas.openxmlformats.org/officeDocument/2006/relationships" r:id="R5ab3910c73e1492e"/>
  </p:notesMasterIdLst>
  <p:sldIdLst>
    <p:sldId xmlns:r="http://schemas.openxmlformats.org/officeDocument/2006/relationships" id="256" r:id="R6e8384aa7d2149c8"/>
    <p:sldId xmlns:r="http://schemas.openxmlformats.org/officeDocument/2006/relationships" id="257" r:id="R748f0af790dd46c7"/>
    <p:sldId xmlns:r="http://schemas.openxmlformats.org/officeDocument/2006/relationships" id="258" r:id="R6a1d5c5c587746a8"/>
    <p:sldId xmlns:r="http://schemas.openxmlformats.org/officeDocument/2006/relationships" id="259" r:id="Ra0cc888f4964411c"/>
    <p:sldId xmlns:r="http://schemas.openxmlformats.org/officeDocument/2006/relationships" id="260" r:id="Rafc5e00a0b9b4b48"/>
    <p:sldId xmlns:r="http://schemas.openxmlformats.org/officeDocument/2006/relationships" id="261" r:id="Rf6a1f19e4b0d45c3"/>
    <p:sldId xmlns:r="http://schemas.openxmlformats.org/officeDocument/2006/relationships" id="262" r:id="R160079dbe0a34297"/>
    <p:sldId xmlns:r="http://schemas.openxmlformats.org/officeDocument/2006/relationships" id="263" r:id="R38fef9cf0084401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257c748b304497" /><Relationship Type="http://schemas.openxmlformats.org/officeDocument/2006/relationships/slideMaster" Target="/ppt/slideMasters/slideMaster1.xml" Id="Rdf3fe6e996b3446e" /><Relationship Type="http://schemas.openxmlformats.org/officeDocument/2006/relationships/notesMaster" Target="/ppt/notesMasters/notesMaster1.xml" Id="R5ab3910c73e1492e" /><Relationship Type="http://schemas.openxmlformats.org/officeDocument/2006/relationships/presProps" Target="/ppt/presProps.xml" Id="R85e56365b39743d5" /><Relationship Type="http://schemas.openxmlformats.org/officeDocument/2006/relationships/tableStyles" Target="/ppt/tableStyles.xml" Id="R8868eddc7a7d4255" /><Relationship Type="http://schemas.openxmlformats.org/officeDocument/2006/relationships/slide" Target="/ppt/slides/slide1.xml" Id="R6e8384aa7d2149c8" /><Relationship Type="http://schemas.openxmlformats.org/officeDocument/2006/relationships/slide" Target="/ppt/slides/slide2.xml" Id="R748f0af790dd46c7" /><Relationship Type="http://schemas.openxmlformats.org/officeDocument/2006/relationships/slide" Target="/ppt/slides/slide3.xml" Id="R6a1d5c5c587746a8" /><Relationship Type="http://schemas.openxmlformats.org/officeDocument/2006/relationships/slide" Target="/ppt/slides/slide4.xml" Id="Ra0cc888f4964411c" /><Relationship Type="http://schemas.openxmlformats.org/officeDocument/2006/relationships/slide" Target="/ppt/slides/slide5.xml" Id="Rafc5e00a0b9b4b48" /><Relationship Type="http://schemas.openxmlformats.org/officeDocument/2006/relationships/slide" Target="/ppt/slides/slide6.xml" Id="Rf6a1f19e4b0d45c3" /><Relationship Type="http://schemas.openxmlformats.org/officeDocument/2006/relationships/slide" Target="/ppt/slides/slide7.xml" Id="R160079dbe0a34297" /><Relationship Type="http://schemas.openxmlformats.org/officeDocument/2006/relationships/slide" Target="/ppt/slides/slide8.xml" Id="R38fef9cf008440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d0bf4e7b284d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6c544dd5104307" /><Relationship Type="http://schemas.openxmlformats.org/officeDocument/2006/relationships/notesMaster" Target="/ppt/notesMasters/notesMaster1.xml" Id="Rdf901e30cec24f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d483b45fe8412d" /><Relationship Type="http://schemas.openxmlformats.org/officeDocument/2006/relationships/notesMaster" Target="/ppt/notesMasters/notesMaster1.xml" Id="R5bb7557759f843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0a499e7adb4737" /><Relationship Type="http://schemas.openxmlformats.org/officeDocument/2006/relationships/notesMaster" Target="/ppt/notesMasters/notesMaster1.xml" Id="R5a9c157226134f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8f723e2a8e452e" /><Relationship Type="http://schemas.openxmlformats.org/officeDocument/2006/relationships/notesMaster" Target="/ppt/notesMasters/notesMaster1.xml" Id="R3cbc861c3bd64d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7fa0207af94fb9" /><Relationship Type="http://schemas.openxmlformats.org/officeDocument/2006/relationships/notesMaster" Target="/ppt/notesMasters/notesMaster1.xml" Id="Ra958396ad15f43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5a7dc280724ce4" /><Relationship Type="http://schemas.openxmlformats.org/officeDocument/2006/relationships/notesMaster" Target="/ppt/notesMasters/notesMaster1.xml" Id="Rbfdef93d073d42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1a78257ef64086" /><Relationship Type="http://schemas.openxmlformats.org/officeDocument/2006/relationships/notesMaster" Target="/ppt/notesMasters/notesMaster1.xml" Id="Rc983f8c3c4dc42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bad382c2fd495c" /><Relationship Type="http://schemas.openxmlformats.org/officeDocument/2006/relationships/notesMaster" Target="/ppt/notesMasters/notesMaster1.xml" Id="R69b8785f603846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5255f173334e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f5324db2234bff" /><Relationship Type="http://schemas.openxmlformats.org/officeDocument/2006/relationships/slideLayout" Target="/ppt/slideLayouts/slideLayout1.xml" Id="Re952119742a444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52119742a444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dc61335644c50" /><Relationship Type="http://schemas.openxmlformats.org/officeDocument/2006/relationships/image" Target="/ppt/media/image.png" Id="R138d0f9d0b3b44d3" /><Relationship Type="http://schemas.openxmlformats.org/officeDocument/2006/relationships/notesSlide" Target="/ppt/notesSlides/notesSlide1.xml" Id="R856304ca2c4a4f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bebb24de540f4" /><Relationship Type="http://schemas.openxmlformats.org/officeDocument/2006/relationships/image" Target="/ppt/media/image2.png" Id="R9c4da1d6f2594a28" /><Relationship Type="http://schemas.openxmlformats.org/officeDocument/2006/relationships/notesSlide" Target="/ppt/notesSlides/notesSlide2.xml" Id="Rca021f90ad4f4f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e6ae755f44254" /><Relationship Type="http://schemas.openxmlformats.org/officeDocument/2006/relationships/image" Target="/ppt/media/image3.png" Id="R2e311222abf74633" /><Relationship Type="http://schemas.openxmlformats.org/officeDocument/2006/relationships/notesSlide" Target="/ppt/notesSlides/notesSlide3.xml" Id="Re9a42ad97a9147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f4ac4dc9f4b5e" /><Relationship Type="http://schemas.openxmlformats.org/officeDocument/2006/relationships/image" Target="/ppt/media/image4.png" Id="Rf9af91dc2d934000" /><Relationship Type="http://schemas.openxmlformats.org/officeDocument/2006/relationships/notesSlide" Target="/ppt/notesSlides/notesSlide4.xml" Id="Ra7abb82240cc48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b4e161df24948" /><Relationship Type="http://schemas.openxmlformats.org/officeDocument/2006/relationships/image" Target="/ppt/media/image5.png" Id="R8e78c70192e54b6e" /><Relationship Type="http://schemas.openxmlformats.org/officeDocument/2006/relationships/image" Target="/ppt/media/image6.png" Id="Rff59ff1240224273" /><Relationship Type="http://schemas.openxmlformats.org/officeDocument/2006/relationships/notesSlide" Target="/ppt/notesSlides/notesSlide5.xml" Id="Rf10443630f1f41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7f1d27cf044d4" /><Relationship Type="http://schemas.openxmlformats.org/officeDocument/2006/relationships/image" Target="/ppt/media/image7.png" Id="R797827fda99947e3" /><Relationship Type="http://schemas.openxmlformats.org/officeDocument/2006/relationships/image" Target="/ppt/media/image8.png" Id="R2d3435d94ccf41ec" /><Relationship Type="http://schemas.openxmlformats.org/officeDocument/2006/relationships/image" Target="/ppt/media/image9.png" Id="Reba418b47bdc4d20" /><Relationship Type="http://schemas.openxmlformats.org/officeDocument/2006/relationships/image" Target="/ppt/media/image10.png" Id="R5eb995882a2f435d" /><Relationship Type="http://schemas.openxmlformats.org/officeDocument/2006/relationships/image" Target="/ppt/media/image11.png" Id="Re8fbee8ba4fd4211" /><Relationship Type="http://schemas.openxmlformats.org/officeDocument/2006/relationships/image" Target="/ppt/media/image12.png" Id="R6c1db21d9a154964" /><Relationship Type="http://schemas.openxmlformats.org/officeDocument/2006/relationships/notesSlide" Target="/ppt/notesSlides/notesSlide6.xml" Id="Rf571f999b0bd45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dd36f39dd40f2" /><Relationship Type="http://schemas.openxmlformats.org/officeDocument/2006/relationships/image" Target="/ppt/media/image13.png" Id="R9e0e3220f9664a7a" /><Relationship Type="http://schemas.openxmlformats.org/officeDocument/2006/relationships/image" Target="/ppt/media/image14.png" Id="Rfc92e64746044324" /><Relationship Type="http://schemas.openxmlformats.org/officeDocument/2006/relationships/notesSlide" Target="/ppt/notesSlides/notesSlide7.xml" Id="Rdee0ffcedd644c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635b3b3f6454a" /><Relationship Type="http://schemas.openxmlformats.org/officeDocument/2006/relationships/image" Target="/ppt/media/image15.png" Id="R7f373c2a0fd849a6" /><Relationship Type="http://schemas.openxmlformats.org/officeDocument/2006/relationships/image" Target="/ppt/media/image16.png" Id="R71ede839c8454ee8" /><Relationship Type="http://schemas.openxmlformats.org/officeDocument/2006/relationships/image" Target="/ppt/media/image17.png" Id="R5175677c16774916" /><Relationship Type="http://schemas.openxmlformats.org/officeDocument/2006/relationships/image" Target="/ppt/media/image18.png" Id="Rf9e452cfca07496d" /><Relationship Type="http://schemas.openxmlformats.org/officeDocument/2006/relationships/image" Target="/ppt/media/image19.png" Id="R0125c670e4744d27" /><Relationship Type="http://schemas.openxmlformats.org/officeDocument/2006/relationships/notesSlide" Target="/ppt/notesSlides/notesSlide8.xml" Id="R088c392318244b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d0f9d0b3b44d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49199-CE26-4A65-A5DC-DFBD204E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E8E4E3-9E36-400C-BDEC-EB29A477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3857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能工智人：遗忘工坊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B3AB4-05E7-4170-8D93-FD26A337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DF4FF"/>
                </a:solidFill>
              </a:defRPr>
            </a:pPr>
            <a:r>
              <a:rPr sz="1650" b="1">
                <a:solidFill>
                  <a:srgbClr val="DDF4FF"/>
                </a:solidFill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DDF4FF"/>
                </a:solidFill>
              </a:defRPr>
            </a:pPr>
            <a:r>
              <a:rPr sz="1650" b="1">
                <a:solidFill>
                  <a:srgbClr val="DDF4FF"/>
                </a:solidFill>
              </a:rPr>
              <a:t>The Forgotten Forge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06A9C-7072-425C-8685-FD279902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4D1"/>
                </a:solidFill>
              </a:defRPr>
            </a:pPr>
            <a:r>
              <a:rPr sz="1650" b="1">
                <a:solidFill>
                  <a:srgbClr val="FFB4D1"/>
                </a:solidFill>
              </a:rPr>
              <a:t>叙事类游戏 / Narrative 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9133F7-960C-4E79-9A6D-C4C0DC63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29050"/>
            <a:ext cx="352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AI 叙事驱动的横版动作冒险，在地下工坊的记忆日志中揭开文明冲突真相。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611DC-121C-4278-93FB-77E3061B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4E4"/>
                </a:solidFill>
              </a:defRPr>
            </a:pPr>
            <a:r>
              <a:rPr sz="1350">
                <a:solidFill>
                  <a:srgbClr val="FFF4E4"/>
                </a:solidFill>
              </a:rPr>
              <a:t>Team / Demo Link：待回填</a:t>
            </a:r>
          </a:p>
        </p:txBody>
      </p:sp>
    </p:spTree>
    <p:extLst>
      <p:ext uri="{BB962C8B-B14F-4D97-AF65-F5344CB8AC3E}">
        <p14:creationId xmlns:p14="http://schemas.microsoft.com/office/powerpoint/2010/main" val="1688149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da1d6f2594a28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914400"/>
            <a:ext cx="66675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CF2C3-A658-4A11-9829-D8CA2EF0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477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C2348"/>
                </a:solidFill>
              </a:defRPr>
            </a:pPr>
            <a:r>
              <a:rPr sz="3300" b="1">
                <a:solidFill>
                  <a:srgbClr val="2C2348"/>
                </a:solidFill>
              </a:rPr>
              <a:t>游戏是什么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5C931-9769-4899-BC3B-DE368681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23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玩家进入一座会留下记忆的地下工坊，在房间推进和动作战斗中拼合文明冲突的真相。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FA00C-1897-4331-B540-DF7B9F14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8EEF1-42D4-48DF-81F3-2545B386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横版动作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F4FFA-D37E-402B-9EAB-9B92E7FA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E52CC-767E-4AE9-AD4F-0A0F8F12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33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房间推进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C262B-C533-4C71-A60C-71C97766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E34BF-9341-4C66-8E9A-9EE76DF6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AI 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5CD88-D271-443C-87EF-6ABBDE4E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02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A7696-DBC1-446E-A18D-E2503183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9219113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A71DED-5651-4D3F-A657-998E4623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AI 叙事进入游戏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57A24-7BFE-4B51-B88D-51E5AEF6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</a:defRPr>
            </a:pPr>
            <a:r>
              <a:rPr sz="1500">
                <a:solidFill>
                  <a:srgbClr val="695F84"/>
                </a:solidFill>
              </a:rPr>
              <a:t>真实 NPC 对话截图说明：AI 生成内容进入 UI 与流程，而不是只停留在文档里。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11222abf74633"/>
          <a:srcRect xmlns:a="http://schemas.openxmlformats.org/drawingml/2006/main" l="291" t="0" r="2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2390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20CB9-A797-4DDB-BC13-10CFB491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24200" cy="40957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9F1A4-7A9A-4A16-B5E8-0E63299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4893"/>
                </a:solidFill>
              </a:defRPr>
            </a:pPr>
            <a:r>
              <a:rPr sz="2100" b="1">
                <a:solidFill>
                  <a:srgbClr val="634893"/>
                </a:solidFill>
              </a:rPr>
              <a:t>AI 生成内容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A1E3D1-DF33-4D15-9AE8-537D8F76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62B584-C0F9-475E-AE85-0B7A6896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世界观与势力关系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2CC2D-0CEB-432A-B642-1164A86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E9BFA-2BB5-4ECC-98E2-58613F77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房间记忆日志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A64E4-A285-4F8D-BE5D-EEFC826B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3841D-5DCD-4973-9664-C0C5E640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Boss 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12258-E719-48D6-AA12-FDF0C755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463775-F13B-44C1-9DDC-D4A289F5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结局文本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A148CF-C1B5-4274-9A46-AB58144B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03 /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66387-DA98-4A61-A676-AFA66B82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700553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DB6BC-5C29-4BDC-B194-7A1897FD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背包、装备与成长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f91dc2d934000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EF3D4-CEDA-44E0-A1E0-58DB9ABE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85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系统在 Demo 中承担“变强”的可见反馈。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BDCF3-C98E-44AC-A68E-64239DE6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B9AB3-54F8-4CFA-BF8A-13637452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装备说明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814D0-0469-46A9-9386-9E144CF4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35C26-B471-49C6-8773-C21DF410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角色属性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04A70-FA1E-477C-BC57-694C8A81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E17F8-B538-4DA4-92BF-35A81A00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576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道具与材料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53AFA2-3AB6-4F1E-9B5D-7AB3879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DFC04B-F237-4116-B18D-2DE52559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战斗数值成长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FD5F9-36D2-4EB1-9F42-5C504DC1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04 / 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CFFAF1-8CAD-4AD6-A63F-37806ED2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5097966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4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BF8929-5E83-49C5-9D0E-0D53EE87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合成与技能树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FA728A-B708-4281-A954-741BCC09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</a:defRPr>
            </a:pPr>
            <a:r>
              <a:rPr sz="1650" b="1">
                <a:solidFill>
                  <a:srgbClr val="634893"/>
                </a:solidFill>
              </a:rPr>
              <a:t>材料掉落 -&gt; 合成道具 -&gt; 学习技能 -&gt; 强化战斗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8c70192e54b6e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A2B05-E63C-4331-A1AB-C8D6207D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</a:defRPr>
            </a:pPr>
            <a:r>
              <a:rPr sz="1800" b="1">
                <a:solidFill>
                  <a:srgbClr val="634893"/>
                </a:solidFill>
              </a:rPr>
              <a:t>Crafting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9B4F2-6A53-4139-8BAE-6C746115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80B8"/>
                </a:solidFill>
              </a:defRPr>
            </a:pPr>
            <a:r>
              <a:rPr sz="3150" b="1">
                <a:solidFill>
                  <a:srgbClr val="FF80B8"/>
                </a:solidFill>
              </a:rPr>
              <a:t>➜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59ff1240224273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64761-93C8-453B-95A3-3AA47466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</a:defRPr>
            </a:pPr>
            <a:r>
              <a:rPr sz="1800" b="1">
                <a:solidFill>
                  <a:srgbClr val="634893"/>
                </a:solidFill>
              </a:rPr>
              <a:t>Skill 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340B2-15DA-48E7-94C0-153F100E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05 / 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314E3-82B1-48F5-9827-A1E5A22E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585149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242D95-770C-4AF5-BC64-67FC5F4F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Demo 录屏路线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7E4078-393D-4BA3-8B4F-4E486BE8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</a:defRPr>
            </a:pPr>
            <a:r>
              <a:rPr sz="1575">
                <a:solidFill>
                  <a:srgbClr val="695F84"/>
                </a:solidFill>
              </a:rPr>
              <a:t>按这个顺序录，评委 3–5 分钟可以看懂完整闭环。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7827fda99947e3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68FDE-309D-42F4-90C0-F0EA4FC9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0:00 移动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435d94ccf41ec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E6368-F939-44EA-A938-CEBF47E0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0:30 对话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418b47bdc4d20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E56A1-9344-4A83-8B13-1DB11715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1:30 背包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995882a2f435d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C2644-82A0-4CF4-A7B2-B2B716A5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2:00 合成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bee8ba4fd4211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E39DF-260B-4739-892F-4C357FF8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2:30 技能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db21d9a154964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93B20-FBD1-4A8A-B413-D878BB3D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3:30 Boss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27370-008C-4CFA-9B7A-AE8409FA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06 / 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A542F5-6942-4802-A7BB-0D7EB34F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481508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ED3AD6-6106-40AA-8441-1BF275CA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C2348"/>
                </a:solidFill>
              </a:defRPr>
            </a:pPr>
            <a:r>
              <a:rPr sz="3000" b="1">
                <a:solidFill>
                  <a:srgbClr val="2C2348"/>
                </a:solidFill>
              </a:rPr>
              <a:t>技术结构与部署准备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e3220f9664a7a"/>
          <a:stretch xmlns:a="http://schemas.openxmlformats.org/drawingml/2006/main"/>
        </p:blipFill>
        <p:spPr>
          <a:xfrm xmlns:a="http://schemas.openxmlformats.org/drawingml/2006/main">
            <a:off x="571500" y="1821656"/>
            <a:ext cx="5715000" cy="3214688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2e64746044324"/>
          <a:srcRect xmlns:a="http://schemas.openxmlformats.org/drawingml/2006/main" l="1042" t="0" r="1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19900" y="1504950"/>
            <a:ext cx="4476750" cy="2571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634BE-C329-4254-9990-9B8ACD85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57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</a:defRPr>
            </a:pPr>
            <a:r>
              <a:rPr sz="1950" b="1">
                <a:solidFill>
                  <a:srgbClr val="634893"/>
                </a:solidFill>
              </a:rPr>
              <a:t>Unity 2D 模块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CA079-F06D-4F7E-8734-2E3487B9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5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</a:defRPr>
            </a:pPr>
            <a:r>
              <a:rPr sz="1500">
                <a:solidFill>
                  <a:srgbClr val="695F84"/>
                </a:solidFill>
              </a:rPr>
              <a:t>Player / Combat / Enemy / Rooms / UI / Dialogue / Craft /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7FC8E-2474-4F22-830B-27247933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43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C2348"/>
                </a:solidFill>
              </a:defRPr>
            </a:pPr>
            <a:r>
              <a:rPr sz="1350">
                <a:solidFill>
                  <a:srgbClr val="2C2348"/>
                </a:solidFill>
              </a:rPr>
              <a:t>WebGL Build 可部署到 Render、Cloudflare Pages 或 GitHub Pages。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4D9D6-0B9C-4365-ABC4-5ED06A1F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07 / 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E65AB-6A29-4B56-B6AA-A2E8D1CD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8512631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645514-14CF-4ECD-8ABF-35C39D0E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亮点与交付材料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8EFE6-E178-409A-8966-92C2ABC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</a:defRPr>
            </a:pPr>
            <a:r>
              <a:rPr sz="1575">
                <a:solidFill>
                  <a:srgbClr val="695F84"/>
                </a:solidFill>
              </a:rPr>
              <a:t>真实截图已经进入海报和 PPT，提交材料更像一个可玩的游戏作品。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73c2a0fd849a6"/>
          <a:srcRect xmlns:a="http://schemas.openxmlformats.org/drawingml/2006/main" l="781" t="0" r="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19250"/>
            <a:ext cx="1866900" cy="10668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de839c8454ee8"/>
          <a:srcRect xmlns:a="http://schemas.openxmlformats.org/drawingml/2006/main" l="781" t="0" r="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00350" y="1619250"/>
            <a:ext cx="1866900" cy="106680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5677c16774916"/>
          <a:srcRect xmlns:a="http://schemas.openxmlformats.org/drawingml/2006/main" l="781" t="0" r="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91100" y="1619250"/>
            <a:ext cx="1866900" cy="1066800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452cfca07496d"/>
          <a:srcRect xmlns:a="http://schemas.openxmlformats.org/drawingml/2006/main" l="781" t="0" r="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81850" y="1619250"/>
            <a:ext cx="1866900" cy="1066800"/>
          </a:xfrm>
          <a:prstGeom xmlns:a="http://schemas.openxmlformats.org/drawingml/2006/main" prst="rect">
            <a:avLst/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5c670e4744d27"/>
          <a:srcRect xmlns:a="http://schemas.openxmlformats.org/drawingml/2006/main" l="781" t="0" r="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2600" y="1619250"/>
            <a:ext cx="1866900" cy="10668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4B50B-34F7-4E43-84A0-7D8546BF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AB463-0DFB-4ECF-86C3-6C44C36D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AI 叙事驱动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38DFF-0D43-4752-B735-C756D16A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09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368D7-F9BA-4C28-9F90-59E479E3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真实可玩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BE367-D4A2-4DCD-869B-3A5FB3DC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8449EB-9AB4-4FF9-B2F3-BF1F6851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背包 / 合成 / 技能树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76B8E-7BF4-45CD-9D04-A4CA83B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035C5-3B12-4A26-9D2C-1BF6B02D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33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Boss 战高潮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0BE41-6C95-491F-BBB8-201DECD4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1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4BBC37-BA56-4698-B4A3-2F38063B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33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WebGL 部署准备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F9CDBF-7C79-49C3-B493-343E298A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578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</a:defRPr>
            </a:pPr>
            <a:r>
              <a:rPr sz="1350">
                <a:solidFill>
                  <a:srgbClr val="695F84"/>
                </a:solidFill>
              </a:rPr>
              <a:t>回填位：Team / Demo Link / Video Link / CodeBuddy Export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F35B86-BC49-4DC0-B665-9F83B54C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08 / 08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1D6293-E445-41EA-9875-41978DBD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1626780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2026-06-15T10:27:14.9630000Z</dcterms:created>
  <dcterms:modified xsi:type="dcterms:W3CDTF">2026-06-15T10:27:14.9630000Z</dcterms:modified>
</coreProperties>
</file>