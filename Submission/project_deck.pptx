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cfb516451e4482f" /><Relationship Type="http://schemas.openxmlformats.org/officeDocument/2006/relationships/extended-properties" Target="/docProps/app.xml" Id="R52e032be82c74a27" /><Relationship Type="http://schemas.openxmlformats.org/officeDocument/2006/relationships/officeDocument" Target="/ppt/presentation.xml" Id="Rc4f6901bb4754e1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13b6414b3c74570"/>
  </p:sldMasterIdLst>
  <p:notesMasterIdLst>
    <p:notesMasterId xmlns:r="http://schemas.openxmlformats.org/officeDocument/2006/relationships" r:id="R314a2857da034014"/>
  </p:notesMasterIdLst>
  <p:sldIdLst>
    <p:sldId xmlns:r="http://schemas.openxmlformats.org/officeDocument/2006/relationships" id="256" r:id="R6c2477715c014785"/>
    <p:sldId xmlns:r="http://schemas.openxmlformats.org/officeDocument/2006/relationships" id="257" r:id="Rbd7f003110084bba"/>
    <p:sldId xmlns:r="http://schemas.openxmlformats.org/officeDocument/2006/relationships" id="258" r:id="R145c82726d144410"/>
    <p:sldId xmlns:r="http://schemas.openxmlformats.org/officeDocument/2006/relationships" id="259" r:id="Rc56b982d2f704932"/>
    <p:sldId xmlns:r="http://schemas.openxmlformats.org/officeDocument/2006/relationships" id="260" r:id="R63d7360fd3a44737"/>
    <p:sldId xmlns:r="http://schemas.openxmlformats.org/officeDocument/2006/relationships" id="261" r:id="Raf600e77034d4fb9"/>
    <p:sldId xmlns:r="http://schemas.openxmlformats.org/officeDocument/2006/relationships" id="262" r:id="R715054c253aa4cd1"/>
    <p:sldId xmlns:r="http://schemas.openxmlformats.org/officeDocument/2006/relationships" id="263" r:id="R828668ef3973441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4d46e13aea94a70" /><Relationship Type="http://schemas.openxmlformats.org/officeDocument/2006/relationships/slideMaster" Target="/ppt/slideMasters/slideMaster1.xml" Id="R613b6414b3c74570" /><Relationship Type="http://schemas.openxmlformats.org/officeDocument/2006/relationships/notesMaster" Target="/ppt/notesMasters/notesMaster1.xml" Id="R314a2857da034014" /><Relationship Type="http://schemas.openxmlformats.org/officeDocument/2006/relationships/presProps" Target="/ppt/presProps.xml" Id="R56dea594659d45a7" /><Relationship Type="http://schemas.openxmlformats.org/officeDocument/2006/relationships/tableStyles" Target="/ppt/tableStyles.xml" Id="Rd569006e3f624bfa" /><Relationship Type="http://schemas.openxmlformats.org/officeDocument/2006/relationships/slide" Target="/ppt/slides/slide1.xml" Id="R6c2477715c014785" /><Relationship Type="http://schemas.openxmlformats.org/officeDocument/2006/relationships/slide" Target="/ppt/slides/slide2.xml" Id="Rbd7f003110084bba" /><Relationship Type="http://schemas.openxmlformats.org/officeDocument/2006/relationships/slide" Target="/ppt/slides/slide3.xml" Id="R145c82726d144410" /><Relationship Type="http://schemas.openxmlformats.org/officeDocument/2006/relationships/slide" Target="/ppt/slides/slide4.xml" Id="Rc56b982d2f704932" /><Relationship Type="http://schemas.openxmlformats.org/officeDocument/2006/relationships/slide" Target="/ppt/slides/slide5.xml" Id="R63d7360fd3a44737" /><Relationship Type="http://schemas.openxmlformats.org/officeDocument/2006/relationships/slide" Target="/ppt/slides/slide6.xml" Id="Raf600e77034d4fb9" /><Relationship Type="http://schemas.openxmlformats.org/officeDocument/2006/relationships/slide" Target="/ppt/slides/slide7.xml" Id="R715054c253aa4cd1" /><Relationship Type="http://schemas.openxmlformats.org/officeDocument/2006/relationships/slide" Target="/ppt/slides/slide8.xml" Id="R828668ef3973441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337f91b7253491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0a33642de9b49fd" /><Relationship Type="http://schemas.openxmlformats.org/officeDocument/2006/relationships/notesMaster" Target="/ppt/notesMasters/notesMaster1.xml" Id="R5e9f026a6076421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f007216dcda4d14" /><Relationship Type="http://schemas.openxmlformats.org/officeDocument/2006/relationships/notesMaster" Target="/ppt/notesMasters/notesMaster1.xml" Id="Rfa98643a4af0441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d30e42053994786" /><Relationship Type="http://schemas.openxmlformats.org/officeDocument/2006/relationships/notesMaster" Target="/ppt/notesMasters/notesMaster1.xml" Id="Rf010067656c2491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02d88248bec4ee0" /><Relationship Type="http://schemas.openxmlformats.org/officeDocument/2006/relationships/notesMaster" Target="/ppt/notesMasters/notesMaster1.xml" Id="R708a6a7957754bf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e52c2b508cd4bbc" /><Relationship Type="http://schemas.openxmlformats.org/officeDocument/2006/relationships/notesMaster" Target="/ppt/notesMasters/notesMaster1.xml" Id="R76f535f5df8240d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221547df2a64f0b" /><Relationship Type="http://schemas.openxmlformats.org/officeDocument/2006/relationships/notesMaster" Target="/ppt/notesMasters/notesMaster1.xml" Id="R6a7e7bb4700d445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b259447311f4754" /><Relationship Type="http://schemas.openxmlformats.org/officeDocument/2006/relationships/notesMaster" Target="/ppt/notesMasters/notesMaster1.xml" Id="Ra997ce07a7604a7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9f1de158cc24a3a" /><Relationship Type="http://schemas.openxmlformats.org/officeDocument/2006/relationships/notesMaster" Target="/ppt/notesMasters/notesMaster1.xml" Id="R3f3c59dddd70463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a581834bb64c4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716b1a4d27f4aa3" /><Relationship Type="http://schemas.openxmlformats.org/officeDocument/2006/relationships/slideLayout" Target="/ppt/slideLayouts/slideLayout1.xml" Id="Ra10a40145b29467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10a40145b29467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330a47dd4844e1" /><Relationship Type="http://schemas.openxmlformats.org/officeDocument/2006/relationships/image" Target="/ppt/media/image.png" Id="R8a4d916a8fd74173" /><Relationship Type="http://schemas.openxmlformats.org/officeDocument/2006/relationships/notesSlide" Target="/ppt/notesSlides/notesSlide1.xml" Id="Rf8f539896b474a6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199ae402ae43db" /><Relationship Type="http://schemas.openxmlformats.org/officeDocument/2006/relationships/image" Target="/ppt/media/image2.png" Id="R12a7de920e474284" /><Relationship Type="http://schemas.openxmlformats.org/officeDocument/2006/relationships/notesSlide" Target="/ppt/notesSlides/notesSlide2.xml" Id="Rd4ea782c4c854fc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c78ddb718043dc" /><Relationship Type="http://schemas.openxmlformats.org/officeDocument/2006/relationships/image" Target="/ppt/media/image3.png" Id="Rcbc5782dc74a43db" /><Relationship Type="http://schemas.openxmlformats.org/officeDocument/2006/relationships/notesSlide" Target="/ppt/notesSlides/notesSlide3.xml" Id="Rcb3e337183fd4c3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d2039f277a4303" /><Relationship Type="http://schemas.openxmlformats.org/officeDocument/2006/relationships/image" Target="/ppt/media/image4.png" Id="R5185ec0c12134531" /><Relationship Type="http://schemas.openxmlformats.org/officeDocument/2006/relationships/notesSlide" Target="/ppt/notesSlides/notesSlide4.xml" Id="R20b988cb30d94ac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5b4190ce41498f" /><Relationship Type="http://schemas.openxmlformats.org/officeDocument/2006/relationships/image" Target="/ppt/media/image5.png" Id="R92fca445d07d4be2" /><Relationship Type="http://schemas.openxmlformats.org/officeDocument/2006/relationships/notesSlide" Target="/ppt/notesSlides/notesSlide5.xml" Id="R435ba33d00a1429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0cae9cbf984660" /><Relationship Type="http://schemas.openxmlformats.org/officeDocument/2006/relationships/image" Target="/ppt/media/image6.png" Id="Rc3de4d8828614e7f" /><Relationship Type="http://schemas.openxmlformats.org/officeDocument/2006/relationships/image" Target="/ppt/media/image7.png" Id="R7d9ab4f0466d4693" /><Relationship Type="http://schemas.openxmlformats.org/officeDocument/2006/relationships/notesSlide" Target="/ppt/notesSlides/notesSlide6.xml" Id="Re91c8024dce84ad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ac845a16494170" /><Relationship Type="http://schemas.openxmlformats.org/officeDocument/2006/relationships/image" Target="/ppt/media/image8.png" Id="R9766f76f3cb24acf" /><Relationship Type="http://schemas.openxmlformats.org/officeDocument/2006/relationships/image" Target="/ppt/media/image9.png" Id="R84f2115217844fb9" /><Relationship Type="http://schemas.openxmlformats.org/officeDocument/2006/relationships/image" Target="/ppt/media/image10.png" Id="R35638a015f074aa0" /><Relationship Type="http://schemas.openxmlformats.org/officeDocument/2006/relationships/image" Target="/ppt/media/image11.png" Id="R7daaa4819735451f" /><Relationship Type="http://schemas.openxmlformats.org/officeDocument/2006/relationships/image" Target="/ppt/media/image12.png" Id="R547001f54d2c46b1" /><Relationship Type="http://schemas.openxmlformats.org/officeDocument/2006/relationships/image" Target="/ppt/media/image13.png" Id="R7cffd0437a454d75" /><Relationship Type="http://schemas.openxmlformats.org/officeDocument/2006/relationships/notesSlide" Target="/ppt/notesSlides/notesSlide7.xml" Id="R95b4c61fc4ac45b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3bc5e1db864d0e" /><Relationship Type="http://schemas.openxmlformats.org/officeDocument/2006/relationships/image" Target="/ppt/media/image14.png" Id="R4bfd0ad94dfb4a14" /><Relationship Type="http://schemas.openxmlformats.org/officeDocument/2006/relationships/image" Target="/ppt/media/image15.png" Id="R527efd4a0e594280" /><Relationship Type="http://schemas.openxmlformats.org/officeDocument/2006/relationships/notesSlide" Target="/ppt/notesSlides/notesSlide8.xml" Id="Rbf75b72b52de430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11B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4d916a8fd74173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94AF7B-3E29-4069-B20C-024ACBD5C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953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11B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AB4EBA-F05F-4BD2-8009-DCAA020D5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952500"/>
            <a:ext cx="4000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能工智人：糖芯工坊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A7AFD8-02CA-4057-B757-0F61C3F44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9800"/>
            <a:ext cx="3810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DF4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DF4FF"/>
                </a:solidFill>
                <a:latin typeface="Microsoft YaHei"/>
                <a:ea typeface="Microsoft YaHei"/>
                <a:cs typeface="Microsoft YaHei"/>
              </a:rPr>
              <a:t>Craftsmen and Homo Sapiens:</a:t>
            </a:r>
          </a:p>
          <a:p xmlns:a="http://schemas.openxmlformats.org/drawingml/2006/main">
            <a:pPr>
              <a:defRPr sz="1650" b="1">
                <a:solidFill>
                  <a:srgbClr val="DDF4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DDF4FF"/>
                </a:solidFill>
                <a:latin typeface="Microsoft YaHei"/>
                <a:ea typeface="Microsoft YaHei"/>
                <a:cs typeface="Microsoft YaHei"/>
              </a:rPr>
              <a:t>The Candy Forge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84C8AB-F114-477F-B5DD-6BAD18EE4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200400"/>
            <a:ext cx="333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B4D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FFB4D1"/>
                </a:solidFill>
                <a:latin typeface="Microsoft YaHei"/>
                <a:ea typeface="Microsoft YaHei"/>
                <a:cs typeface="Microsoft YaHei"/>
              </a:rPr>
              <a:t>叙事类游戏 / Narrative Games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65BFC9-F955-43E7-9997-62E3CD663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90950"/>
            <a:ext cx="3638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理工男穿越成异世界女仆工程师，用糖果材料搓科技，打败 Boss 找到回家的路。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18AC46-DA3B-48ED-ACA4-600708A41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581650"/>
            <a:ext cx="3714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FFF4E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>
                <a:solidFill>
                  <a:srgbClr val="FFF4E4"/>
                </a:solidFill>
                <a:latin typeface="Microsoft YaHei"/>
                <a:ea typeface="Microsoft YaHei"/>
                <a:cs typeface="Microsoft YaHei"/>
              </a:rPr>
              <a:t>Team：落云宗    成员：秦天 / 陈磊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C225DE-E866-477E-BE1D-721B2200E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674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FFF4E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>
                <a:solidFill>
                  <a:srgbClr val="FFF4E4"/>
                </a:solidFill>
                <a:latin typeface="Microsoft YaHei"/>
                <a:ea typeface="Microsoft YaHei"/>
                <a:cs typeface="Microsoft YaHei"/>
              </a:rPr>
              <a:t>Demo Link：待回填</a:t>
            </a:r>
          </a:p>
        </p:txBody>
      </p:sp>
    </p:spTree>
    <p:extLst>
      <p:ext uri="{BB962C8B-B14F-4D97-AF65-F5344CB8AC3E}">
        <p14:creationId xmlns:p14="http://schemas.microsoft.com/office/powerpoint/2010/main" val="14849553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5887435-D742-4DDD-AA55-BB8BE705D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世界观：糖芯工坊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D5C7EF-F930-4DF9-9CDE-A2C10A822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66800"/>
            <a:ext cx="847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理工男穿越成异世界女仆工程师，用工程学、番剧储备和糖果材料搓科技，打败 Boss 找到回家的路。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a7de920e474284"/>
          <a:srcRect xmlns:a="http://schemas.openxmlformats.org/drawingml/2006/main" l="7019" t="0" r="701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1638300"/>
            <a:ext cx="5676900" cy="3714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0E298D-DF42-4DFB-88EC-89534B8E9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38300"/>
            <a:ext cx="4324350" cy="41910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5911E7-BF6E-4367-B559-9B94A8ED4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924050"/>
            <a:ext cx="36195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0DDFCB-2B49-436A-8110-0D3FAB2E6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336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D84A08-8398-499A-A0D1-030247EC5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0574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rPr>
              <a:t>穿越身份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BB1C58-7AC9-4189-88C2-7DCEC5EB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41935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现实世界的理工男大学生意外穿越，被糖芯系统误绑定为“见习女仆工程师”。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DDDD5A-0E0D-464C-8DC9-6124173B2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257550"/>
            <a:ext cx="36195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4C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3FACF9-D031-4AA4-909E-31AD2EE2D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4671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0A74EF-02B5-4E7A-97E4-638B41270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33909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rPr>
              <a:t>糖果规则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9D2863-62CE-4660-A641-8ECC5C372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75285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甜点不是食物，而是能源、武器、材料和技能。怪物掉落材料可合成装备与道具。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BE4BBB1-E87A-400D-B3D0-64F6FB0CE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591050"/>
            <a:ext cx="3619500" cy="10668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FE3B4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BAB347-915A-4F50-9834-0EF68A80E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8006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FE3B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FAD90F-7B47-46A2-8FB0-9AC7BBAB3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7244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rPr>
              <a:t>回家目标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CA68C8-245B-4705-8D45-7572F611DF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508635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修复糖芯传送装置，击败污染糖芯炉的糖蚀巫师，重新打开回到现实世界的传送门。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F681BF-F984-44F2-B2E5-CF5F319F6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rPr>
              <a:t>02 / 08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0BD1CA-AC9F-46F1-8096-BCB08FCFD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能工智人：糖芯工坊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17275762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c5782dc74a43db"/>
          <a:srcRect xmlns:a="http://schemas.openxmlformats.org/drawingml/2006/main" l="8984" t="0" r="898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914400"/>
            <a:ext cx="6667500" cy="4572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AB9FE8-7600-4328-BDA1-D4128B354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047750"/>
            <a:ext cx="304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游戏是什么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BA7243-ACE9-489C-88BA-2910686AF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752600"/>
            <a:ext cx="3238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玩家在糖果异世界中推进房间，一边移动、跳跃和战斗，一边读取糖芯工坊日志寻找回家的线索。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126B00-6BE9-4AE4-AA67-714909993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219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0A7E87-E0ED-48CD-9178-785D12D1B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1432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横版动作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6CFB19-CC80-4604-B2E0-F8F27F554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100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5FB60F-5595-4108-A27A-16C2E6626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7338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房间推进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C5B8B9-BD55-48DD-A894-D78078086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44005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489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3D71E2-C758-44EC-8111-9047C635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3243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AI 记忆日志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61C820-FAA5-4148-A2D1-E8513D66C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rPr>
              <a:t>03 / 08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89D22D-F04B-48F8-BE50-56FEAB2B6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能工智人：糖芯工坊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117027080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E424BD5-1054-41B5-8882-17A19362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AI 叙事进入游戏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0C2D26-CF52-4AAA-A547-DF359E8AB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真实 NPC 对话截图说明：AI 生成内容进入 UI 与流程，而不是只停留在文档里。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85ec0c12134531"/>
          <a:srcRect xmlns:a="http://schemas.openxmlformats.org/drawingml/2006/main" l="291" t="0" r="29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695450"/>
            <a:ext cx="7239000" cy="40957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9F0665-8FA3-4DEA-A7BB-01D4F559A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695450"/>
            <a:ext cx="3124200" cy="409575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14219B-AB2A-44F1-A766-EC0899733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07645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rPr>
              <a:t>AI 生成内容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091545-1F6E-43EE-95AF-98CD2634B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8575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35CEAA-101F-4044-954D-C653FA6D1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813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糖果异世界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474D2E-69A4-408E-BC74-D6B98E7AA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448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2B8EEE-FADB-4A51-AE7D-FB86418C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3718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糖芯工坊日志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E18C21-D341-48A0-8B67-AD0AC0F54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0386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489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9D9929-B2F5-4648-B159-1B1F489D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9624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Boss 背景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E8599B-FA7F-4834-81FA-EE450B8F4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6291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EFAF3F-1FB3-405F-813D-F610D3FCB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5529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结局文本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1051B1-A7CE-46F8-87A8-7E47F3534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rPr>
              <a:t>04 / 08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E3E49D-6D18-4EE0-A585-73AD789E7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能工智人：糖芯工坊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173877210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FEF7C3-D3CE-4AB9-B5AC-CF2C9FDDF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背包、装备与成长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fca445d07d4be2"/>
          <a:srcRect xmlns:a="http://schemas.openxmlformats.org/drawingml/2006/main" l="2907" t="0" r="290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409700"/>
            <a:ext cx="6858000" cy="4095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E8C6F1-77C6-433C-AE92-512F58174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485900"/>
            <a:ext cx="3238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系统在 Demo 中承担“变强”的可见反馈。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77FA60-5D21-434A-95F4-9C200B2D6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5527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D7C9D3-E312-473D-AADE-D05685ACF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4765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装备说明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1DED7A-C884-40CC-BEF7-32160CD96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1432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4C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368694-DB7A-4D3E-9E0D-17163552E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0670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角色属性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A31D02-4A0E-411B-8351-F10D4DF87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7338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3489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DF93E1-CACA-43B3-B4D2-8723EFFBD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65760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道具与材料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C88BC43-2B8B-4948-85EA-12110F3CF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243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80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42AFD7-6616-4106-94FC-37E526B28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2481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战斗数值成长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614325-37F6-47C1-9A1A-A9675FF99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rPr>
              <a:t>05 / 08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24DCD7-F822-4DAA-8D27-2DA10DDAE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能工智人：糖芯工坊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100270417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4E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5948B50-6934-4022-9DEE-6C8D98738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953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合成与技能树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737EFA-E9D3-4FF6-8307-5B2C98A72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704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rPr>
              <a:t>材料掉落 -&gt; 合成道具 -&gt; 学习技能 -&gt; 强化战斗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de4d8828614e7f"/>
          <a:srcRect xmlns:a="http://schemas.openxmlformats.org/drawingml/2006/main" l="10473" t="0" r="1047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" y="1657350"/>
            <a:ext cx="4953000" cy="35242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A7C501-ED63-48B9-B5F7-B84A51013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5353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rPr>
              <a:t>Crafting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93B766-0EC3-4DED-A347-2B0823DF6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314325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9ab4f0466d4693"/>
          <a:srcRect xmlns:a="http://schemas.openxmlformats.org/drawingml/2006/main" l="10473" t="0" r="1047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72250" y="1657350"/>
            <a:ext cx="4953000" cy="35242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8EF185-87F9-432F-B87F-3FA0AD533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530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rPr>
              <a:t>Skill Tree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C84336-BD44-4403-B541-51D0AFDE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rPr>
              <a:t>06 / 08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C9DCB6-EDCA-4B52-8317-7CE67E64E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能工智人：糖芯工坊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67877911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8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59E8022-51F5-49FB-839E-08AF3BC1B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Demo 视频讲解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9E35D3-94DD-4EC8-9F2A-78FA908FB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287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3–5 分钟视频展示完整游戏闭环：穿越开场、NPC 对话、战斗、成长、合成、Boss 战与结局。</a:t>
            </a:r>
          </a:p>
        </p:txBody>
      </p:sp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66f76f3cb24acf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" y="161925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B61532-723E-4014-95C6-643F76EC6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718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0:00 移动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f2115217844fb9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19600" y="161925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2D2F57-4B40-4C1E-AE8B-5DDB8D57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3718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0:30 对话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638a015f074aa0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0550" y="161925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A5DF67-16E7-4E12-B0EC-7E8263DE2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3718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1:30 背包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aaa4819735451f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28650" y="377190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D274E7-86D9-44BC-A5D5-B92A6FF25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245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2:00 合成</a:t>
            </a:r>
          </a:p>
        </p:txBody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7001f54d2c46b1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19600" y="377190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D3465BD-1C3E-46D7-AFF2-D7EAE5052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5245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2:30 技能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ffd0437a454d75"/>
          <a:srcRect xmlns:a="http://schemas.openxmlformats.org/drawingml/2006/main" l="0" t="5556" r="0" b="55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10550" y="3771900"/>
            <a:ext cx="3314700" cy="1657350"/>
          </a:xfrm>
          <a:prstGeom xmlns:a="http://schemas.openxmlformats.org/drawingml/2006/main" prst="rect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ECDEDD-D6CD-40B8-AE50-54C1722CB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5245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3:30 Boss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0694FC-5282-47A6-9866-D3CB08253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rPr>
              <a:t>07 / 08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944E4B-FE9C-432F-B60D-A517B0569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能工智人：糖芯工坊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200695623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B8F686-BD8F-4482-94A1-E9C603B1F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495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C2348"/>
                </a:solidFill>
                <a:latin typeface="Microsoft YaHei"/>
                <a:ea typeface="Microsoft YaHei"/>
                <a:cs typeface="Microsoft YaHei"/>
              </a:rPr>
              <a:t>技术结构与部署准备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470D94-053B-4160-B551-DA469CF16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19200"/>
            <a:ext cx="6191250" cy="476250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4CDFF"/>
            </a:solidFill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fd0ad94dfb4a14"/>
          <a:stretch xmlns:a="http://schemas.openxmlformats.org/drawingml/2006/main"/>
        </p:blipFill>
        <p:spPr>
          <a:xfrm xmlns:a="http://schemas.openxmlformats.org/drawingml/2006/main">
            <a:off x="628650" y="1955602"/>
            <a:ext cx="5848350" cy="3289697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79E6D8-DF50-4D38-9D85-31439EC9B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1219200"/>
            <a:ext cx="4762500" cy="476250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F80B8"/>
            </a:solidFill>
            <a:prstDash val="solid"/>
          </a:ln>
        </p:spPr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7efd4a0e594280"/>
          <a:srcRect xmlns:a="http://schemas.openxmlformats.org/drawingml/2006/main" l="727" t="0" r="72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162800" y="1466850"/>
            <a:ext cx="4305300" cy="24574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8D604A-331C-4C06-A41A-46795FECF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2100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634893"/>
                </a:solidFill>
                <a:latin typeface="Microsoft YaHei"/>
                <a:ea typeface="Microsoft YaHei"/>
                <a:cs typeface="Microsoft YaHei"/>
              </a:rPr>
              <a:t>Unity 2D 模块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3A689D-E590-4155-A648-B711172D0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610100"/>
            <a:ext cx="3905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Player / Combat / Enemy / Rooms / UI / Dialogue / Craft / Skill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7919CA-7158-4267-94D5-C06646546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219700"/>
            <a:ext cx="390525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211B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A3C5C0-EE85-4F94-8952-A80A63E40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5314950"/>
            <a:ext cx="3371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WebGL Build</a:t>
            </a:r>
          </a:p>
          <a:p xmlns:a="http://schemas.openxmlformats.org/drawingml/2006/main">
            <a:pPr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Render / Cloudflare Pages / GitHub Pages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EFDB7C-D1A1-4E64-9925-9D7E5D584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151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80B8"/>
                </a:solidFill>
                <a:latin typeface="Microsoft YaHei"/>
                <a:ea typeface="Microsoft YaHei"/>
                <a:cs typeface="Microsoft YaHei"/>
              </a:rPr>
              <a:t>08 / 08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8AA382-C46F-4C9D-9410-6C91973A4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65151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>
                <a:solidFill>
                  <a:srgbClr val="695F84"/>
                </a:solidFill>
                <a:latin typeface="Microsoft YaHei"/>
                <a:ea typeface="Microsoft YaHei"/>
                <a:cs typeface="Microsoft YaHei"/>
              </a:rPr>
              <a:t>能工智人：糖芯工坊 | 落云宗：秦天 / 陈磊</a:t>
            </a:r>
          </a:p>
        </p:txBody>
      </p:sp>
    </p:spTree>
    <p:extLst>
      <p:ext uri="{BB962C8B-B14F-4D97-AF65-F5344CB8AC3E}">
        <p14:creationId xmlns:p14="http://schemas.microsoft.com/office/powerpoint/2010/main" val="213761107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2026-06-15T14:55:19.0520000Z</dcterms:created>
  <dcterms:modified xsi:type="dcterms:W3CDTF">2026-06-15T14:55:19.0520000Z</dcterms:modified>
</coreProperties>
</file>